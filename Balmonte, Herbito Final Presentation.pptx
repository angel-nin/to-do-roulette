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laypen Sans" charset="1" panose="00000000000000000000"/>
      <p:regular r:id="rId17"/>
    </p:embeddedFont>
    <p:embeddedFont>
      <p:font typeface="Playpen Sans Bold" charset="1" panose="00000000000000000000"/>
      <p:regular r:id="rId18"/>
    </p:embeddedFont>
    <p:embeddedFont>
      <p:font typeface="Sniglet" charset="1" panose="0407050503010002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goal of this project is to create a to-do shuffler that helps users who struggle with deciding what to do first by allowing the program to choose for them, also for them to finish it slowly but surely so that their work won’t be piled up . The progran will let users input their tasks and then shuffle them to determine which one to tackle first. Overall, the project aims to improve task completion, reduce the stress of decision-making, and make prioritizing tasks more fun and effortless.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media/image18.png" Type="http://schemas.openxmlformats.org/officeDocument/2006/relationships/image"/><Relationship Id="rId14" Target="../media/image19.svg" Type="http://schemas.openxmlformats.org/officeDocument/2006/relationships/image"/><Relationship Id="rId15" Target="../media/image20.png" Type="http://schemas.openxmlformats.org/officeDocument/2006/relationships/image"/><Relationship Id="rId16" Target="../media/image21.svg" Type="http://schemas.openxmlformats.org/officeDocument/2006/relationships/image"/><Relationship Id="rId17" Target="../media/image22.png" Type="http://schemas.openxmlformats.org/officeDocument/2006/relationships/image"/><Relationship Id="rId18" Target="../media/image23.svg" Type="http://schemas.openxmlformats.org/officeDocument/2006/relationships/image"/><Relationship Id="rId2" Target="../notesSlides/notesSlide1.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7.sv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45.png" Type="http://schemas.openxmlformats.org/officeDocument/2006/relationships/image"/><Relationship Id="rId9" Target="../media/image4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png" Type="http://schemas.openxmlformats.org/officeDocument/2006/relationships/image"/><Relationship Id="rId11" Target="../media/image55.sv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 Id="rId8" Target="../media/image52.png" Type="http://schemas.openxmlformats.org/officeDocument/2006/relationships/image"/><Relationship Id="rId9" Target="../media/image5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60.png" Type="http://schemas.openxmlformats.org/officeDocument/2006/relationships/image"/><Relationship Id="rId13" Target="../media/image61.png" Type="http://schemas.openxmlformats.org/officeDocument/2006/relationships/image"/><Relationship Id="rId14" Target="../media/image62.pn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56.png" Type="http://schemas.openxmlformats.org/officeDocument/2006/relationships/image"/><Relationship Id="rId7" Target="../media/image57.svg" Type="http://schemas.openxmlformats.org/officeDocument/2006/relationships/image"/><Relationship Id="rId8" Target="../media/image58.png" Type="http://schemas.openxmlformats.org/officeDocument/2006/relationships/image"/><Relationship Id="rId9" Target="../media/image5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60.png" Type="http://schemas.openxmlformats.org/officeDocument/2006/relationships/image"/><Relationship Id="rId13" Target="../media/image63.png" Type="http://schemas.openxmlformats.org/officeDocument/2006/relationships/image"/><Relationship Id="rId14" Target="../media/image64.pn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56.png" Type="http://schemas.openxmlformats.org/officeDocument/2006/relationships/image"/><Relationship Id="rId7" Target="../media/image57.svg" Type="http://schemas.openxmlformats.org/officeDocument/2006/relationships/image"/><Relationship Id="rId8" Target="../media/image58.png" Type="http://schemas.openxmlformats.org/officeDocument/2006/relationships/image"/><Relationship Id="rId9" Target="../media/image5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 Id="rId4" Target="../media/image67.png" Type="http://schemas.openxmlformats.org/officeDocument/2006/relationships/image"/><Relationship Id="rId5" Target="../media/image68.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69.png" Type="http://schemas.openxmlformats.org/officeDocument/2006/relationships/image"/><Relationship Id="rId9" Target="../media/image7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true" flipV="false" rot="0">
            <a:off x="-657324" y="4769997"/>
            <a:ext cx="11992131" cy="8229600"/>
          </a:xfrm>
          <a:custGeom>
            <a:avLst/>
            <a:gdLst/>
            <a:ahLst/>
            <a:cxnLst/>
            <a:rect r="r" b="b" t="t" l="l"/>
            <a:pathLst>
              <a:path h="8229600" w="11992131">
                <a:moveTo>
                  <a:pt x="11992131" y="0"/>
                </a:moveTo>
                <a:lnTo>
                  <a:pt x="0" y="0"/>
                </a:lnTo>
                <a:lnTo>
                  <a:pt x="0" y="8229600"/>
                </a:lnTo>
                <a:lnTo>
                  <a:pt x="11992131" y="8229600"/>
                </a:lnTo>
                <a:lnTo>
                  <a:pt x="11992131" y="0"/>
                </a:lnTo>
                <a:close/>
              </a:path>
            </a:pathLst>
          </a:custGeom>
          <a:blipFill>
            <a:blip r:embed="rId2"/>
            <a:stretch>
              <a:fillRect l="0" t="0" r="0" b="0"/>
            </a:stretch>
          </a:blipFill>
        </p:spPr>
      </p:sp>
      <p:sp>
        <p:nvSpPr>
          <p:cNvPr name="Freeform 3" id="3"/>
          <p:cNvSpPr/>
          <p:nvPr/>
        </p:nvSpPr>
        <p:spPr>
          <a:xfrm flipH="false" flipV="false" rot="-862886">
            <a:off x="12557891" y="4573071"/>
            <a:ext cx="4817457" cy="5037265"/>
          </a:xfrm>
          <a:custGeom>
            <a:avLst/>
            <a:gdLst/>
            <a:ahLst/>
            <a:cxnLst/>
            <a:rect r="r" b="b" t="t" l="l"/>
            <a:pathLst>
              <a:path h="5037265" w="4817457">
                <a:moveTo>
                  <a:pt x="0" y="0"/>
                </a:moveTo>
                <a:lnTo>
                  <a:pt x="4817457" y="0"/>
                </a:lnTo>
                <a:lnTo>
                  <a:pt x="4817457" y="5037265"/>
                </a:lnTo>
                <a:lnTo>
                  <a:pt x="0" y="50372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306908" y="3251728"/>
            <a:ext cx="9674184" cy="1518269"/>
          </a:xfrm>
          <a:prstGeom prst="rect">
            <a:avLst/>
          </a:prstGeom>
        </p:spPr>
        <p:txBody>
          <a:bodyPr anchor="t" rtlCol="false" tIns="0" lIns="0" bIns="0" rIns="0">
            <a:spAutoFit/>
          </a:bodyPr>
          <a:lstStyle/>
          <a:p>
            <a:pPr algn="ctr">
              <a:lnSpc>
                <a:spcPts val="6090"/>
              </a:lnSpc>
            </a:pPr>
            <a:r>
              <a:rPr lang="en-US" sz="4350">
                <a:solidFill>
                  <a:srgbClr val="FB5A48"/>
                </a:solidFill>
                <a:latin typeface="Playpen Sans"/>
                <a:ea typeface="Playpen Sans"/>
                <a:cs typeface="Playpen Sans"/>
                <a:sym typeface="Playpen Sans"/>
              </a:rPr>
              <a:t>By; Balmonte, Angel</a:t>
            </a:r>
          </a:p>
          <a:p>
            <a:pPr algn="ctr">
              <a:lnSpc>
                <a:spcPts val="6090"/>
              </a:lnSpc>
              <a:spcBef>
                <a:spcPct val="0"/>
              </a:spcBef>
            </a:pPr>
            <a:r>
              <a:rPr lang="en-US" sz="4350">
                <a:solidFill>
                  <a:srgbClr val="FB5A48"/>
                </a:solidFill>
                <a:latin typeface="Playpen Sans"/>
                <a:ea typeface="Playpen Sans"/>
                <a:cs typeface="Playpen Sans"/>
                <a:sym typeface="Playpen Sans"/>
              </a:rPr>
              <a:t>    Herbito, Rizaan</a:t>
            </a:r>
          </a:p>
        </p:txBody>
      </p:sp>
      <p:sp>
        <p:nvSpPr>
          <p:cNvPr name="TextBox 5" id="5"/>
          <p:cNvSpPr txBox="true"/>
          <p:nvPr/>
        </p:nvSpPr>
        <p:spPr>
          <a:xfrm rot="0">
            <a:off x="3586009" y="1506925"/>
            <a:ext cx="11645239" cy="1516814"/>
          </a:xfrm>
          <a:prstGeom prst="rect">
            <a:avLst/>
          </a:prstGeom>
        </p:spPr>
        <p:txBody>
          <a:bodyPr anchor="t" rtlCol="false" tIns="0" lIns="0" bIns="0" rIns="0">
            <a:spAutoFit/>
          </a:bodyPr>
          <a:lstStyle/>
          <a:p>
            <a:pPr algn="ctr">
              <a:lnSpc>
                <a:spcPts val="12471"/>
              </a:lnSpc>
              <a:spcBef>
                <a:spcPct val="0"/>
              </a:spcBef>
            </a:pPr>
            <a:r>
              <a:rPr lang="en-US" b="true" sz="8907">
                <a:solidFill>
                  <a:srgbClr val="FB5A48"/>
                </a:solidFill>
                <a:latin typeface="Playpen Sans Bold"/>
                <a:ea typeface="Playpen Sans Bold"/>
                <a:cs typeface="Playpen Sans Bold"/>
                <a:sym typeface="Playpen Sans Bold"/>
              </a:rPr>
              <a:t>TASK ROULETTE</a:t>
            </a:r>
          </a:p>
        </p:txBody>
      </p:sp>
      <p:sp>
        <p:nvSpPr>
          <p:cNvPr name="Freeform 6" id="6"/>
          <p:cNvSpPr/>
          <p:nvPr/>
        </p:nvSpPr>
        <p:spPr>
          <a:xfrm flipH="false" flipV="false" rot="0">
            <a:off x="911924" y="1028700"/>
            <a:ext cx="2674085" cy="1317594"/>
          </a:xfrm>
          <a:custGeom>
            <a:avLst/>
            <a:gdLst/>
            <a:ahLst/>
            <a:cxnLst/>
            <a:rect r="r" b="b" t="t" l="l"/>
            <a:pathLst>
              <a:path h="1317594" w="2674085">
                <a:moveTo>
                  <a:pt x="0" y="0"/>
                </a:moveTo>
                <a:lnTo>
                  <a:pt x="2674085" y="0"/>
                </a:lnTo>
                <a:lnTo>
                  <a:pt x="2674085" y="1317594"/>
                </a:lnTo>
                <a:lnTo>
                  <a:pt x="0" y="1317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6818350" y="7951046"/>
            <a:ext cx="2419847" cy="2614508"/>
          </a:xfrm>
          <a:custGeom>
            <a:avLst/>
            <a:gdLst/>
            <a:ahLst/>
            <a:cxnLst/>
            <a:rect r="r" b="b" t="t" l="l"/>
            <a:pathLst>
              <a:path h="2614508" w="2419847">
                <a:moveTo>
                  <a:pt x="0" y="0"/>
                </a:moveTo>
                <a:lnTo>
                  <a:pt x="2419847" y="0"/>
                </a:lnTo>
                <a:lnTo>
                  <a:pt x="2419847" y="2614508"/>
                </a:lnTo>
                <a:lnTo>
                  <a:pt x="0" y="261450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4269189" y="1283611"/>
            <a:ext cx="1653068" cy="2145769"/>
          </a:xfrm>
          <a:custGeom>
            <a:avLst/>
            <a:gdLst/>
            <a:ahLst/>
            <a:cxnLst/>
            <a:rect r="r" b="b" t="t" l="l"/>
            <a:pathLst>
              <a:path h="2145769" w="1653068">
                <a:moveTo>
                  <a:pt x="0" y="0"/>
                </a:moveTo>
                <a:lnTo>
                  <a:pt x="1653069" y="0"/>
                </a:lnTo>
                <a:lnTo>
                  <a:pt x="1653069" y="2145769"/>
                </a:lnTo>
                <a:lnTo>
                  <a:pt x="0" y="21457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987492" y="225320"/>
            <a:ext cx="11280316" cy="9105686"/>
          </a:xfrm>
          <a:custGeom>
            <a:avLst/>
            <a:gdLst/>
            <a:ahLst/>
            <a:cxnLst/>
            <a:rect r="r" b="b" t="t" l="l"/>
            <a:pathLst>
              <a:path h="9105686" w="11280316">
                <a:moveTo>
                  <a:pt x="0" y="0"/>
                </a:moveTo>
                <a:lnTo>
                  <a:pt x="11280316" y="0"/>
                </a:lnTo>
                <a:lnTo>
                  <a:pt x="11280316" y="9105686"/>
                </a:lnTo>
                <a:lnTo>
                  <a:pt x="0" y="91056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81326" y="7581865"/>
            <a:ext cx="2740165" cy="2261882"/>
          </a:xfrm>
          <a:custGeom>
            <a:avLst/>
            <a:gdLst/>
            <a:ahLst/>
            <a:cxnLst/>
            <a:rect r="r" b="b" t="t" l="l"/>
            <a:pathLst>
              <a:path h="2261882" w="2740165">
                <a:moveTo>
                  <a:pt x="0" y="0"/>
                </a:moveTo>
                <a:lnTo>
                  <a:pt x="2740165" y="0"/>
                </a:lnTo>
                <a:lnTo>
                  <a:pt x="2740165" y="2261881"/>
                </a:lnTo>
                <a:lnTo>
                  <a:pt x="0" y="22618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230524">
            <a:off x="13706843" y="2934949"/>
            <a:ext cx="3468497" cy="2831555"/>
          </a:xfrm>
          <a:custGeom>
            <a:avLst/>
            <a:gdLst/>
            <a:ahLst/>
            <a:cxnLst/>
            <a:rect r="r" b="b" t="t" l="l"/>
            <a:pathLst>
              <a:path h="2831555" w="3468497">
                <a:moveTo>
                  <a:pt x="0" y="0"/>
                </a:moveTo>
                <a:lnTo>
                  <a:pt x="3468496" y="0"/>
                </a:lnTo>
                <a:lnTo>
                  <a:pt x="3468496" y="2831554"/>
                </a:lnTo>
                <a:lnTo>
                  <a:pt x="0" y="283155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79945" y="19891"/>
            <a:ext cx="2593409" cy="2802033"/>
          </a:xfrm>
          <a:custGeom>
            <a:avLst/>
            <a:gdLst/>
            <a:ahLst/>
            <a:cxnLst/>
            <a:rect r="r" b="b" t="t" l="l"/>
            <a:pathLst>
              <a:path h="2802033" w="2593409">
                <a:moveTo>
                  <a:pt x="0" y="0"/>
                </a:moveTo>
                <a:lnTo>
                  <a:pt x="2593409" y="0"/>
                </a:lnTo>
                <a:lnTo>
                  <a:pt x="2593409" y="2802033"/>
                </a:lnTo>
                <a:lnTo>
                  <a:pt x="0" y="28020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4942902" y="7940706"/>
            <a:ext cx="2674085" cy="1317594"/>
          </a:xfrm>
          <a:custGeom>
            <a:avLst/>
            <a:gdLst/>
            <a:ahLst/>
            <a:cxnLst/>
            <a:rect r="r" b="b" t="t" l="l"/>
            <a:pathLst>
              <a:path h="1317594" w="2674085">
                <a:moveTo>
                  <a:pt x="0" y="0"/>
                </a:moveTo>
                <a:lnTo>
                  <a:pt x="2674085" y="0"/>
                </a:lnTo>
                <a:lnTo>
                  <a:pt x="2674085" y="1317594"/>
                </a:lnTo>
                <a:lnTo>
                  <a:pt x="0" y="131759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0" y="590657"/>
            <a:ext cx="1974984" cy="2369176"/>
          </a:xfrm>
          <a:custGeom>
            <a:avLst/>
            <a:gdLst/>
            <a:ahLst/>
            <a:cxnLst/>
            <a:rect r="r" b="b" t="t" l="l"/>
            <a:pathLst>
              <a:path h="2369176" w="1974984">
                <a:moveTo>
                  <a:pt x="0" y="0"/>
                </a:moveTo>
                <a:lnTo>
                  <a:pt x="1974984" y="0"/>
                </a:lnTo>
                <a:lnTo>
                  <a:pt x="1974984" y="2369176"/>
                </a:lnTo>
                <a:lnTo>
                  <a:pt x="0" y="236917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312600">
            <a:off x="12483269" y="3073619"/>
            <a:ext cx="2693324" cy="4114800"/>
          </a:xfrm>
          <a:custGeom>
            <a:avLst/>
            <a:gdLst/>
            <a:ahLst/>
            <a:cxnLst/>
            <a:rect r="r" b="b" t="t" l="l"/>
            <a:pathLst>
              <a:path h="4114800" w="2693324">
                <a:moveTo>
                  <a:pt x="0" y="0"/>
                </a:moveTo>
                <a:lnTo>
                  <a:pt x="2693324" y="0"/>
                </a:lnTo>
                <a:lnTo>
                  <a:pt x="2693324"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1654013" y="7039690"/>
            <a:ext cx="3057233" cy="3119626"/>
          </a:xfrm>
          <a:custGeom>
            <a:avLst/>
            <a:gdLst/>
            <a:ahLst/>
            <a:cxnLst/>
            <a:rect r="r" b="b" t="t" l="l"/>
            <a:pathLst>
              <a:path h="3119626" w="3057233">
                <a:moveTo>
                  <a:pt x="0" y="0"/>
                </a:moveTo>
                <a:lnTo>
                  <a:pt x="3057233" y="0"/>
                </a:lnTo>
                <a:lnTo>
                  <a:pt x="3057233" y="3119626"/>
                </a:lnTo>
                <a:lnTo>
                  <a:pt x="0" y="311962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0" id="10"/>
          <p:cNvSpPr txBox="true"/>
          <p:nvPr/>
        </p:nvSpPr>
        <p:spPr>
          <a:xfrm rot="0">
            <a:off x="2751408" y="3988515"/>
            <a:ext cx="8387805" cy="348932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FFFFFF"/>
                </a:solidFill>
                <a:latin typeface="Sniglet"/>
                <a:ea typeface="Sniglet"/>
                <a:cs typeface="Sniglet"/>
                <a:sym typeface="Sniglet"/>
              </a:rPr>
              <a:t>To help indecisive users with deciding which tasks to do first</a:t>
            </a:r>
          </a:p>
          <a:p>
            <a:pPr algn="just" marL="539748" indent="-269874" lvl="1">
              <a:lnSpc>
                <a:spcPts val="3499"/>
              </a:lnSpc>
              <a:buFont typeface="Arial"/>
              <a:buChar char="•"/>
            </a:pPr>
            <a:r>
              <a:rPr lang="en-US" sz="2499">
                <a:solidFill>
                  <a:srgbClr val="FFFFFF"/>
                </a:solidFill>
                <a:latin typeface="Sniglet"/>
                <a:ea typeface="Sniglet"/>
                <a:cs typeface="Sniglet"/>
                <a:sym typeface="Sniglet"/>
              </a:rPr>
              <a:t>Allow users to set deadlines and track progress</a:t>
            </a:r>
          </a:p>
          <a:p>
            <a:pPr algn="just" marL="539748" indent="-269874" lvl="1">
              <a:lnSpc>
                <a:spcPts val="3499"/>
              </a:lnSpc>
              <a:buFont typeface="Arial"/>
              <a:buChar char="•"/>
            </a:pPr>
            <a:r>
              <a:rPr lang="en-US" sz="2499">
                <a:solidFill>
                  <a:srgbClr val="FFFFFF"/>
                </a:solidFill>
                <a:latin typeface="Sniglet"/>
                <a:ea typeface="Sniglet"/>
                <a:cs typeface="Sniglet"/>
                <a:sym typeface="Sniglet"/>
              </a:rPr>
              <a:t>For them to finish it slowly but surely so that their work won’t pile up</a:t>
            </a:r>
          </a:p>
          <a:p>
            <a:pPr algn="just" marL="539748" indent="-269874" lvl="1">
              <a:lnSpc>
                <a:spcPts val="3499"/>
              </a:lnSpc>
              <a:buFont typeface="Arial"/>
              <a:buChar char="•"/>
            </a:pPr>
            <a:r>
              <a:rPr lang="en-US" sz="2499">
                <a:solidFill>
                  <a:srgbClr val="FFFFFF"/>
                </a:solidFill>
                <a:latin typeface="Sniglet"/>
                <a:ea typeface="Sniglet"/>
                <a:cs typeface="Sniglet"/>
                <a:sym typeface="Sniglet"/>
              </a:rPr>
              <a:t>The project aims to improve task completion, reduce the stress of decision-making, and make prioritizing tasks more fun and effortless.</a:t>
            </a:r>
          </a:p>
        </p:txBody>
      </p:sp>
      <p:sp>
        <p:nvSpPr>
          <p:cNvPr name="TextBox 11" id="11"/>
          <p:cNvSpPr txBox="true"/>
          <p:nvPr/>
        </p:nvSpPr>
        <p:spPr>
          <a:xfrm rot="0">
            <a:off x="1974984" y="1123950"/>
            <a:ext cx="8387805" cy="3067293"/>
          </a:xfrm>
          <a:prstGeom prst="rect">
            <a:avLst/>
          </a:prstGeom>
        </p:spPr>
        <p:txBody>
          <a:bodyPr anchor="t" rtlCol="false" tIns="0" lIns="0" bIns="0" rIns="0">
            <a:spAutoFit/>
          </a:bodyPr>
          <a:lstStyle/>
          <a:p>
            <a:pPr algn="l">
              <a:lnSpc>
                <a:spcPts val="7964"/>
              </a:lnSpc>
            </a:pPr>
            <a:r>
              <a:rPr lang="en-US" sz="7513" b="true">
                <a:solidFill>
                  <a:srgbClr val="FFFFFF"/>
                </a:solidFill>
                <a:latin typeface="Playpen Sans Bold"/>
                <a:ea typeface="Playpen Sans Bold"/>
                <a:cs typeface="Playpen Sans Bold"/>
                <a:sym typeface="Playpen Sans Bold"/>
              </a:rPr>
              <a:t>Project Objectives</a:t>
            </a:r>
          </a:p>
          <a:p>
            <a:pPr algn="l">
              <a:lnSpc>
                <a:spcPts val="7964"/>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8643086">
            <a:off x="12266737" y="6977251"/>
            <a:ext cx="7315200" cy="3291840"/>
          </a:xfrm>
          <a:custGeom>
            <a:avLst/>
            <a:gdLst/>
            <a:ahLst/>
            <a:cxnLst/>
            <a:rect r="r" b="b" t="t" l="l"/>
            <a:pathLst>
              <a:path h="3291840" w="7315200">
                <a:moveTo>
                  <a:pt x="0" y="0"/>
                </a:moveTo>
                <a:lnTo>
                  <a:pt x="7315200" y="0"/>
                </a:lnTo>
                <a:lnTo>
                  <a:pt x="7315200" y="3291840"/>
                </a:lnTo>
                <a:lnTo>
                  <a:pt x="0" y="32918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21579">
            <a:off x="12882476" y="2988293"/>
            <a:ext cx="3995097" cy="4114800"/>
          </a:xfrm>
          <a:custGeom>
            <a:avLst/>
            <a:gdLst/>
            <a:ahLst/>
            <a:cxnLst/>
            <a:rect r="r" b="b" t="t" l="l"/>
            <a:pathLst>
              <a:path h="4114800" w="3995097">
                <a:moveTo>
                  <a:pt x="0" y="0"/>
                </a:moveTo>
                <a:lnTo>
                  <a:pt x="3995097" y="0"/>
                </a:lnTo>
                <a:lnTo>
                  <a:pt x="399509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12639" y="749485"/>
            <a:ext cx="10501841" cy="8592416"/>
          </a:xfrm>
          <a:custGeom>
            <a:avLst/>
            <a:gdLst/>
            <a:ahLst/>
            <a:cxnLst/>
            <a:rect r="r" b="b" t="t" l="l"/>
            <a:pathLst>
              <a:path h="8592416" w="10501841">
                <a:moveTo>
                  <a:pt x="0" y="0"/>
                </a:moveTo>
                <a:lnTo>
                  <a:pt x="10501841" y="0"/>
                </a:lnTo>
                <a:lnTo>
                  <a:pt x="10501841" y="8592415"/>
                </a:lnTo>
                <a:lnTo>
                  <a:pt x="0" y="85924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871765" y="2013856"/>
            <a:ext cx="2187722" cy="1321550"/>
          </a:xfrm>
          <a:custGeom>
            <a:avLst/>
            <a:gdLst/>
            <a:ahLst/>
            <a:cxnLst/>
            <a:rect r="r" b="b" t="t" l="l"/>
            <a:pathLst>
              <a:path h="1321550" w="2187722">
                <a:moveTo>
                  <a:pt x="0" y="0"/>
                </a:moveTo>
                <a:lnTo>
                  <a:pt x="2187722" y="0"/>
                </a:lnTo>
                <a:lnTo>
                  <a:pt x="2187722" y="1321550"/>
                </a:lnTo>
                <a:lnTo>
                  <a:pt x="0" y="13215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929295" y="2791713"/>
            <a:ext cx="8468529" cy="1047993"/>
          </a:xfrm>
          <a:prstGeom prst="rect">
            <a:avLst/>
          </a:prstGeom>
        </p:spPr>
        <p:txBody>
          <a:bodyPr anchor="t" rtlCol="false" tIns="0" lIns="0" bIns="0" rIns="0">
            <a:spAutoFit/>
          </a:bodyPr>
          <a:lstStyle/>
          <a:p>
            <a:pPr algn="l">
              <a:lnSpc>
                <a:spcPts val="7964"/>
              </a:lnSpc>
            </a:pPr>
            <a:r>
              <a:rPr lang="en-US" sz="7513" b="true">
                <a:solidFill>
                  <a:srgbClr val="2D304E"/>
                </a:solidFill>
                <a:latin typeface="Playpen Sans Bold"/>
                <a:ea typeface="Playpen Sans Bold"/>
                <a:cs typeface="Playpen Sans Bold"/>
                <a:sym typeface="Playpen Sans Bold"/>
              </a:rPr>
              <a:t>FEATURES</a:t>
            </a:r>
          </a:p>
        </p:txBody>
      </p:sp>
      <p:sp>
        <p:nvSpPr>
          <p:cNvPr name="TextBox 7" id="7"/>
          <p:cNvSpPr txBox="true"/>
          <p:nvPr/>
        </p:nvSpPr>
        <p:spPr>
          <a:xfrm rot="0">
            <a:off x="1969657" y="3782556"/>
            <a:ext cx="8387805" cy="5126991"/>
          </a:xfrm>
          <a:prstGeom prst="rect">
            <a:avLst/>
          </a:prstGeom>
        </p:spPr>
        <p:txBody>
          <a:bodyPr anchor="t" rtlCol="false" tIns="0" lIns="0" bIns="0" rIns="0">
            <a:spAutoFit/>
          </a:bodyPr>
          <a:lstStyle/>
          <a:p>
            <a:pPr algn="just" marL="626106" indent="-313053" lvl="1">
              <a:lnSpc>
                <a:spcPts val="4059"/>
              </a:lnSpc>
              <a:buFont typeface="Arial"/>
              <a:buChar char="•"/>
            </a:pPr>
            <a:r>
              <a:rPr lang="en-US" sz="2899">
                <a:solidFill>
                  <a:srgbClr val="2D304E"/>
                </a:solidFill>
                <a:latin typeface="Sniglet"/>
                <a:ea typeface="Sniglet"/>
                <a:cs typeface="Sniglet"/>
                <a:sym typeface="Sniglet"/>
              </a:rPr>
              <a:t>Add, edit and delete task and due date</a:t>
            </a:r>
          </a:p>
          <a:p>
            <a:pPr algn="just" marL="626106" indent="-313053" lvl="1">
              <a:lnSpc>
                <a:spcPts val="4059"/>
              </a:lnSpc>
              <a:buFont typeface="Arial"/>
              <a:buChar char="•"/>
            </a:pPr>
            <a:r>
              <a:rPr lang="en-US" sz="2899">
                <a:solidFill>
                  <a:srgbClr val="2D304E"/>
                </a:solidFill>
                <a:latin typeface="Sniglet"/>
                <a:ea typeface="Sniglet"/>
                <a:cs typeface="Sniglet"/>
                <a:sym typeface="Sniglet"/>
              </a:rPr>
              <a:t>Oraganizes the tasks under a specific category (maximum of 5 categories)</a:t>
            </a:r>
          </a:p>
          <a:p>
            <a:pPr algn="just" marL="626106" indent="-313053" lvl="1">
              <a:lnSpc>
                <a:spcPts val="4059"/>
              </a:lnSpc>
              <a:buFont typeface="Arial"/>
              <a:buChar char="•"/>
            </a:pPr>
            <a:r>
              <a:rPr lang="en-US" sz="2899">
                <a:solidFill>
                  <a:srgbClr val="2D304E"/>
                </a:solidFill>
                <a:latin typeface="Sniglet"/>
                <a:ea typeface="Sniglet"/>
                <a:cs typeface="Sniglet"/>
                <a:sym typeface="Sniglet"/>
              </a:rPr>
              <a:t>Shuffles the tasks</a:t>
            </a:r>
          </a:p>
          <a:p>
            <a:pPr algn="just" marL="626106" indent="-313053" lvl="1">
              <a:lnSpc>
                <a:spcPts val="4059"/>
              </a:lnSpc>
              <a:buFont typeface="Arial"/>
              <a:buChar char="•"/>
            </a:pPr>
            <a:r>
              <a:rPr lang="en-US" sz="2899">
                <a:solidFill>
                  <a:srgbClr val="2D304E"/>
                </a:solidFill>
                <a:latin typeface="Sniglet"/>
                <a:ea typeface="Sniglet"/>
                <a:cs typeface="Sniglet"/>
                <a:sym typeface="Sniglet"/>
              </a:rPr>
              <a:t>Crosses out the finished tasks and m</a:t>
            </a:r>
            <a:r>
              <a:rPr lang="en-US" sz="2899">
                <a:solidFill>
                  <a:srgbClr val="2D304E"/>
                </a:solidFill>
                <a:latin typeface="Sniglet"/>
                <a:ea typeface="Sniglet"/>
                <a:cs typeface="Sniglet"/>
                <a:sym typeface="Sniglet"/>
              </a:rPr>
              <a:t>arks the task red if overdue</a:t>
            </a:r>
          </a:p>
          <a:p>
            <a:pPr algn="just" marL="626106" indent="-313053" lvl="1">
              <a:lnSpc>
                <a:spcPts val="4059"/>
              </a:lnSpc>
              <a:buFont typeface="Arial"/>
              <a:buChar char="•"/>
            </a:pPr>
            <a:r>
              <a:rPr lang="en-US" sz="2899">
                <a:solidFill>
                  <a:srgbClr val="2D304E"/>
                </a:solidFill>
                <a:latin typeface="Sniglet"/>
                <a:ea typeface="Sniglet"/>
                <a:cs typeface="Sniglet"/>
                <a:sym typeface="Sniglet"/>
              </a:rPr>
              <a:t>Displays how many days a task is overdue</a:t>
            </a:r>
          </a:p>
          <a:p>
            <a:pPr algn="just" marL="626106" indent="-313053" lvl="1">
              <a:lnSpc>
                <a:spcPts val="4059"/>
              </a:lnSpc>
              <a:buFont typeface="Arial"/>
              <a:buChar char="•"/>
            </a:pPr>
            <a:r>
              <a:rPr lang="en-US" sz="2899">
                <a:solidFill>
                  <a:srgbClr val="2D304E"/>
                </a:solidFill>
                <a:latin typeface="Sniglet"/>
                <a:ea typeface="Sniglet"/>
                <a:cs typeface="Sniglet"/>
                <a:sym typeface="Sniglet"/>
              </a:rPr>
              <a:t>Organizes the tasks in a calendar</a:t>
            </a:r>
          </a:p>
          <a:p>
            <a:pPr algn="just" marL="626106" indent="-313053" lvl="1">
              <a:lnSpc>
                <a:spcPts val="4059"/>
              </a:lnSpc>
              <a:buFont typeface="Arial"/>
              <a:buChar char="•"/>
            </a:pPr>
            <a:r>
              <a:rPr lang="en-US" sz="2899">
                <a:solidFill>
                  <a:srgbClr val="2D304E"/>
                </a:solidFill>
                <a:latin typeface="Sniglet"/>
                <a:ea typeface="Sniglet"/>
                <a:cs typeface="Sniglet"/>
                <a:sym typeface="Sniglet"/>
              </a:rPr>
              <a:t>Progress tracker</a:t>
            </a:r>
          </a:p>
          <a:p>
            <a:pPr algn="just">
              <a:lnSpc>
                <a:spcPts val="4059"/>
              </a:lnSpc>
            </a:pPr>
          </a:p>
        </p:txBody>
      </p:sp>
      <p:sp>
        <p:nvSpPr>
          <p:cNvPr name="Freeform 8" id="8"/>
          <p:cNvSpPr/>
          <p:nvPr/>
        </p:nvSpPr>
        <p:spPr>
          <a:xfrm flipH="false" flipV="false" rot="0">
            <a:off x="-613846" y="7062019"/>
            <a:ext cx="2187722" cy="1321550"/>
          </a:xfrm>
          <a:custGeom>
            <a:avLst/>
            <a:gdLst/>
            <a:ahLst/>
            <a:cxnLst/>
            <a:rect r="r" b="b" t="t" l="l"/>
            <a:pathLst>
              <a:path h="1321550" w="2187722">
                <a:moveTo>
                  <a:pt x="0" y="0"/>
                </a:moveTo>
                <a:lnTo>
                  <a:pt x="2187722" y="0"/>
                </a:lnTo>
                <a:lnTo>
                  <a:pt x="2187722" y="1321549"/>
                </a:lnTo>
                <a:lnTo>
                  <a:pt x="0" y="13215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924337" y="-2057400"/>
            <a:ext cx="3975926" cy="4114800"/>
          </a:xfrm>
          <a:custGeom>
            <a:avLst/>
            <a:gdLst/>
            <a:ahLst/>
            <a:cxnLst/>
            <a:rect r="r" b="b" t="t" l="l"/>
            <a:pathLst>
              <a:path h="4114800" w="3975926">
                <a:moveTo>
                  <a:pt x="0" y="0"/>
                </a:moveTo>
                <a:lnTo>
                  <a:pt x="3975925" y="0"/>
                </a:lnTo>
                <a:lnTo>
                  <a:pt x="397592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1452680" y="0"/>
            <a:ext cx="7315200" cy="3291840"/>
          </a:xfrm>
          <a:custGeom>
            <a:avLst/>
            <a:gdLst/>
            <a:ahLst/>
            <a:cxnLst/>
            <a:rect r="r" b="b" t="t" l="l"/>
            <a:pathLst>
              <a:path h="3291840" w="7315200">
                <a:moveTo>
                  <a:pt x="0" y="0"/>
                </a:moveTo>
                <a:lnTo>
                  <a:pt x="7315200" y="0"/>
                </a:lnTo>
                <a:lnTo>
                  <a:pt x="7315200" y="3291840"/>
                </a:lnTo>
                <a:lnTo>
                  <a:pt x="0" y="32918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3850" y="1815631"/>
            <a:ext cx="10342555" cy="7503054"/>
          </a:xfrm>
          <a:custGeom>
            <a:avLst/>
            <a:gdLst/>
            <a:ahLst/>
            <a:cxnLst/>
            <a:rect r="r" b="b" t="t" l="l"/>
            <a:pathLst>
              <a:path h="7503054" w="10342555">
                <a:moveTo>
                  <a:pt x="0" y="0"/>
                </a:moveTo>
                <a:lnTo>
                  <a:pt x="10342556" y="0"/>
                </a:lnTo>
                <a:lnTo>
                  <a:pt x="10342556" y="7503054"/>
                </a:lnTo>
                <a:lnTo>
                  <a:pt x="0" y="7503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031490" y="3011170"/>
            <a:ext cx="5878605" cy="4264661"/>
          </a:xfrm>
          <a:custGeom>
            <a:avLst/>
            <a:gdLst/>
            <a:ahLst/>
            <a:cxnLst/>
            <a:rect r="r" b="b" t="t" l="l"/>
            <a:pathLst>
              <a:path h="4264661" w="5878605">
                <a:moveTo>
                  <a:pt x="0" y="0"/>
                </a:moveTo>
                <a:lnTo>
                  <a:pt x="5878605" y="0"/>
                </a:lnTo>
                <a:lnTo>
                  <a:pt x="5878605" y="4264660"/>
                </a:lnTo>
                <a:lnTo>
                  <a:pt x="0" y="4264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549166" y="7165851"/>
            <a:ext cx="6720249" cy="3553332"/>
          </a:xfrm>
          <a:custGeom>
            <a:avLst/>
            <a:gdLst/>
            <a:ahLst/>
            <a:cxnLst/>
            <a:rect r="r" b="b" t="t" l="l"/>
            <a:pathLst>
              <a:path h="3553332" w="6720249">
                <a:moveTo>
                  <a:pt x="0" y="0"/>
                </a:moveTo>
                <a:lnTo>
                  <a:pt x="6720249" y="0"/>
                </a:lnTo>
                <a:lnTo>
                  <a:pt x="6720249" y="3553332"/>
                </a:lnTo>
                <a:lnTo>
                  <a:pt x="0" y="3553332"/>
                </a:lnTo>
                <a:lnTo>
                  <a:pt x="0" y="0"/>
                </a:lnTo>
                <a:close/>
              </a:path>
            </a:pathLst>
          </a:custGeom>
          <a:blipFill>
            <a:blip r:embed="rId6"/>
            <a:stretch>
              <a:fillRect l="0" t="0" r="0" b="0"/>
            </a:stretch>
          </a:blipFill>
        </p:spPr>
      </p:sp>
      <p:sp>
        <p:nvSpPr>
          <p:cNvPr name="Freeform 6" id="6"/>
          <p:cNvSpPr/>
          <p:nvPr/>
        </p:nvSpPr>
        <p:spPr>
          <a:xfrm flipH="false" flipV="false" rot="6690734">
            <a:off x="15094721" y="1151692"/>
            <a:ext cx="1204269" cy="2266367"/>
          </a:xfrm>
          <a:custGeom>
            <a:avLst/>
            <a:gdLst/>
            <a:ahLst/>
            <a:cxnLst/>
            <a:rect r="r" b="b" t="t" l="l"/>
            <a:pathLst>
              <a:path h="2266367" w="1204269">
                <a:moveTo>
                  <a:pt x="0" y="0"/>
                </a:moveTo>
                <a:lnTo>
                  <a:pt x="1204269" y="0"/>
                </a:lnTo>
                <a:lnTo>
                  <a:pt x="1204269" y="2266367"/>
                </a:lnTo>
                <a:lnTo>
                  <a:pt x="0" y="22663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500818" y="5203885"/>
            <a:ext cx="3029328" cy="4114800"/>
          </a:xfrm>
          <a:custGeom>
            <a:avLst/>
            <a:gdLst/>
            <a:ahLst/>
            <a:cxnLst/>
            <a:rect r="r" b="b" t="t" l="l"/>
            <a:pathLst>
              <a:path h="4114800" w="3029328">
                <a:moveTo>
                  <a:pt x="0" y="0"/>
                </a:moveTo>
                <a:lnTo>
                  <a:pt x="3029328" y="0"/>
                </a:lnTo>
                <a:lnTo>
                  <a:pt x="3029328"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90223" y="3939631"/>
            <a:ext cx="7793613" cy="4331336"/>
          </a:xfrm>
          <a:prstGeom prst="rect">
            <a:avLst/>
          </a:prstGeom>
        </p:spPr>
        <p:txBody>
          <a:bodyPr anchor="t" rtlCol="false" tIns="0" lIns="0" bIns="0" rIns="0">
            <a:spAutoFit/>
          </a:bodyPr>
          <a:lstStyle/>
          <a:p>
            <a:pPr algn="l" marL="669285" indent="-334642" lvl="1">
              <a:lnSpc>
                <a:spcPts val="4339"/>
              </a:lnSpc>
              <a:buFont typeface="Arial"/>
              <a:buChar char="•"/>
            </a:pPr>
            <a:r>
              <a:rPr lang="en-US" sz="3099">
                <a:solidFill>
                  <a:srgbClr val="FFFFFF"/>
                </a:solidFill>
                <a:latin typeface="Sniglet"/>
                <a:ea typeface="Sniglet"/>
                <a:cs typeface="Sniglet"/>
                <a:sym typeface="Sniglet"/>
              </a:rPr>
              <a:t>To-do Roulette is a task manger that helps users organize, track and choose tasks.</a:t>
            </a:r>
          </a:p>
          <a:p>
            <a:pPr algn="l" marL="669285" indent="-334642" lvl="1">
              <a:lnSpc>
                <a:spcPts val="4339"/>
              </a:lnSpc>
              <a:buFont typeface="Arial"/>
              <a:buChar char="•"/>
            </a:pPr>
            <a:r>
              <a:rPr lang="en-US" sz="3099">
                <a:solidFill>
                  <a:srgbClr val="FFFFFF"/>
                </a:solidFill>
                <a:latin typeface="Sniglet"/>
                <a:ea typeface="Sniglet"/>
                <a:cs typeface="Sniglet"/>
                <a:sym typeface="Sniglet"/>
              </a:rPr>
              <a:t>Main Sections:</a:t>
            </a:r>
          </a:p>
          <a:p>
            <a:pPr algn="l">
              <a:lnSpc>
                <a:spcPts val="4339"/>
              </a:lnSpc>
            </a:pPr>
            <a:r>
              <a:rPr lang="en-US" sz="3099">
                <a:solidFill>
                  <a:srgbClr val="FFFFFF"/>
                </a:solidFill>
                <a:latin typeface="Sniglet"/>
                <a:ea typeface="Sniglet"/>
                <a:cs typeface="Sniglet"/>
                <a:sym typeface="Sniglet"/>
              </a:rPr>
              <a:t>          Categories</a:t>
            </a:r>
          </a:p>
          <a:p>
            <a:pPr algn="l">
              <a:lnSpc>
                <a:spcPts val="4339"/>
              </a:lnSpc>
            </a:pPr>
            <a:r>
              <a:rPr lang="en-US" sz="3099">
                <a:solidFill>
                  <a:srgbClr val="FFFFFF"/>
                </a:solidFill>
                <a:latin typeface="Sniglet"/>
                <a:ea typeface="Sniglet"/>
                <a:cs typeface="Sniglet"/>
                <a:sym typeface="Sniglet"/>
              </a:rPr>
              <a:t>          Calendar</a:t>
            </a:r>
          </a:p>
          <a:p>
            <a:pPr algn="l">
              <a:lnSpc>
                <a:spcPts val="4339"/>
              </a:lnSpc>
            </a:pPr>
            <a:r>
              <a:rPr lang="en-US" sz="3099">
                <a:solidFill>
                  <a:srgbClr val="FFFFFF"/>
                </a:solidFill>
                <a:latin typeface="Sniglet"/>
                <a:ea typeface="Sniglet"/>
                <a:cs typeface="Sniglet"/>
                <a:sym typeface="Sniglet"/>
              </a:rPr>
              <a:t>          Progress tracking</a:t>
            </a:r>
          </a:p>
          <a:p>
            <a:pPr algn="just">
              <a:lnSpc>
                <a:spcPts val="4339"/>
              </a:lnSpc>
            </a:pPr>
          </a:p>
        </p:txBody>
      </p:sp>
      <p:sp>
        <p:nvSpPr>
          <p:cNvPr name="TextBox 9" id="9"/>
          <p:cNvSpPr txBox="true"/>
          <p:nvPr/>
        </p:nvSpPr>
        <p:spPr>
          <a:xfrm rot="0">
            <a:off x="666677" y="399880"/>
            <a:ext cx="8217159" cy="1884996"/>
          </a:xfrm>
          <a:prstGeom prst="rect">
            <a:avLst/>
          </a:prstGeom>
        </p:spPr>
        <p:txBody>
          <a:bodyPr anchor="t" rtlCol="false" tIns="0" lIns="0" bIns="0" rIns="0">
            <a:spAutoFit/>
          </a:bodyPr>
          <a:lstStyle/>
          <a:p>
            <a:pPr algn="l">
              <a:lnSpc>
                <a:spcPts val="9478"/>
              </a:lnSpc>
            </a:pPr>
            <a:r>
              <a:rPr lang="en-US" sz="6770" b="true">
                <a:solidFill>
                  <a:srgbClr val="2D304E"/>
                </a:solidFill>
                <a:latin typeface="Playpen Sans Bold"/>
                <a:ea typeface="Playpen Sans Bold"/>
                <a:cs typeface="Playpen Sans Bold"/>
                <a:sym typeface="Playpen Sans Bold"/>
              </a:rPr>
              <a:t>METHODOLOGY</a:t>
            </a:r>
          </a:p>
          <a:p>
            <a:pPr algn="l">
              <a:lnSpc>
                <a:spcPts val="5694"/>
              </a:lnSpc>
              <a:spcBef>
                <a:spcPct val="0"/>
              </a:spcBef>
            </a:pPr>
          </a:p>
        </p:txBody>
      </p:sp>
      <p:sp>
        <p:nvSpPr>
          <p:cNvPr name="TextBox 10" id="10"/>
          <p:cNvSpPr txBox="true"/>
          <p:nvPr/>
        </p:nvSpPr>
        <p:spPr>
          <a:xfrm rot="0">
            <a:off x="1090223" y="2565638"/>
            <a:ext cx="6284846" cy="986550"/>
          </a:xfrm>
          <a:prstGeom prst="rect">
            <a:avLst/>
          </a:prstGeom>
        </p:spPr>
        <p:txBody>
          <a:bodyPr anchor="t" rtlCol="false" tIns="0" lIns="0" bIns="0" rIns="0">
            <a:spAutoFit/>
          </a:bodyPr>
          <a:lstStyle/>
          <a:p>
            <a:pPr algn="l">
              <a:lnSpc>
                <a:spcPts val="6266"/>
              </a:lnSpc>
            </a:pPr>
            <a:r>
              <a:rPr lang="en-US" sz="4476" b="true">
                <a:solidFill>
                  <a:srgbClr val="FFFFFF"/>
                </a:solidFill>
                <a:latin typeface="Playpen Sans Bold"/>
                <a:ea typeface="Playpen Sans Bold"/>
                <a:cs typeface="Playpen Sans Bold"/>
                <a:sym typeface="Playpen Sans Bold"/>
              </a:rPr>
              <a:t>PROJECT OVERVIEW</a:t>
            </a:r>
          </a:p>
          <a:p>
            <a:pPr algn="l">
              <a:lnSpc>
                <a:spcPts val="1530"/>
              </a:lnSpc>
              <a:spcBef>
                <a:spcPct val="0"/>
              </a:spcBef>
            </a:pPr>
          </a:p>
        </p:txBody>
      </p:sp>
      <p:sp>
        <p:nvSpPr>
          <p:cNvPr name="TextBox 11" id="11"/>
          <p:cNvSpPr txBox="true"/>
          <p:nvPr/>
        </p:nvSpPr>
        <p:spPr>
          <a:xfrm rot="0">
            <a:off x="8228773" y="3949156"/>
            <a:ext cx="7269487" cy="1502945"/>
          </a:xfrm>
          <a:prstGeom prst="rect">
            <a:avLst/>
          </a:prstGeom>
        </p:spPr>
        <p:txBody>
          <a:bodyPr anchor="t" rtlCol="false" tIns="0" lIns="0" bIns="0" rIns="0">
            <a:spAutoFit/>
          </a:bodyPr>
          <a:lstStyle/>
          <a:p>
            <a:pPr algn="just" marL="624275" indent="-312137" lvl="1">
              <a:lnSpc>
                <a:spcPts val="4048"/>
              </a:lnSpc>
              <a:buFont typeface="Arial"/>
              <a:buChar char="•"/>
            </a:pPr>
            <a:r>
              <a:rPr lang="en-US" sz="2891">
                <a:solidFill>
                  <a:srgbClr val="FFFFFF"/>
                </a:solidFill>
                <a:latin typeface="Sniglet"/>
                <a:ea typeface="Sniglet"/>
                <a:cs typeface="Sniglet"/>
                <a:sym typeface="Sniglet"/>
              </a:rPr>
              <a:t>The categories section was implemented first as it served as thee backbone since all tasks and deadlines are stored here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1452680" y="0"/>
            <a:ext cx="7315200" cy="3291840"/>
          </a:xfrm>
          <a:custGeom>
            <a:avLst/>
            <a:gdLst/>
            <a:ahLst/>
            <a:cxnLst/>
            <a:rect r="r" b="b" t="t" l="l"/>
            <a:pathLst>
              <a:path h="3291840" w="7315200">
                <a:moveTo>
                  <a:pt x="0" y="0"/>
                </a:moveTo>
                <a:lnTo>
                  <a:pt x="7315200" y="0"/>
                </a:lnTo>
                <a:lnTo>
                  <a:pt x="7315200" y="3291840"/>
                </a:lnTo>
                <a:lnTo>
                  <a:pt x="0" y="32918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3850" y="1815631"/>
            <a:ext cx="10342555" cy="7503054"/>
          </a:xfrm>
          <a:custGeom>
            <a:avLst/>
            <a:gdLst/>
            <a:ahLst/>
            <a:cxnLst/>
            <a:rect r="r" b="b" t="t" l="l"/>
            <a:pathLst>
              <a:path h="7503054" w="10342555">
                <a:moveTo>
                  <a:pt x="0" y="0"/>
                </a:moveTo>
                <a:lnTo>
                  <a:pt x="10342556" y="0"/>
                </a:lnTo>
                <a:lnTo>
                  <a:pt x="10342556" y="7503054"/>
                </a:lnTo>
                <a:lnTo>
                  <a:pt x="0" y="7503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307707" y="2221842"/>
            <a:ext cx="9699379" cy="7036458"/>
          </a:xfrm>
          <a:custGeom>
            <a:avLst/>
            <a:gdLst/>
            <a:ahLst/>
            <a:cxnLst/>
            <a:rect r="r" b="b" t="t" l="l"/>
            <a:pathLst>
              <a:path h="7036458" w="9699379">
                <a:moveTo>
                  <a:pt x="0" y="0"/>
                </a:moveTo>
                <a:lnTo>
                  <a:pt x="9699379" y="0"/>
                </a:lnTo>
                <a:lnTo>
                  <a:pt x="9699379" y="7036458"/>
                </a:lnTo>
                <a:lnTo>
                  <a:pt x="0" y="70364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987029" y="7191149"/>
            <a:ext cx="6720249" cy="3553332"/>
          </a:xfrm>
          <a:custGeom>
            <a:avLst/>
            <a:gdLst/>
            <a:ahLst/>
            <a:cxnLst/>
            <a:rect r="r" b="b" t="t" l="l"/>
            <a:pathLst>
              <a:path h="3553332" w="6720249">
                <a:moveTo>
                  <a:pt x="0" y="0"/>
                </a:moveTo>
                <a:lnTo>
                  <a:pt x="6720250" y="0"/>
                </a:lnTo>
                <a:lnTo>
                  <a:pt x="6720250" y="3553332"/>
                </a:lnTo>
                <a:lnTo>
                  <a:pt x="0" y="3553332"/>
                </a:lnTo>
                <a:lnTo>
                  <a:pt x="0" y="0"/>
                </a:lnTo>
                <a:close/>
              </a:path>
            </a:pathLst>
          </a:custGeom>
          <a:blipFill>
            <a:blip r:embed="rId6"/>
            <a:stretch>
              <a:fillRect l="0" t="0" r="0" b="0"/>
            </a:stretch>
          </a:blipFill>
        </p:spPr>
      </p:sp>
      <p:sp>
        <p:nvSpPr>
          <p:cNvPr name="Freeform 6" id="6"/>
          <p:cNvSpPr/>
          <p:nvPr/>
        </p:nvSpPr>
        <p:spPr>
          <a:xfrm flipH="false" flipV="false" rot="5519931">
            <a:off x="14822844" y="-37575"/>
            <a:ext cx="1350832" cy="2542190"/>
          </a:xfrm>
          <a:custGeom>
            <a:avLst/>
            <a:gdLst/>
            <a:ahLst/>
            <a:cxnLst/>
            <a:rect r="r" b="b" t="t" l="l"/>
            <a:pathLst>
              <a:path h="2542190" w="1350832">
                <a:moveTo>
                  <a:pt x="0" y="0"/>
                </a:moveTo>
                <a:lnTo>
                  <a:pt x="1350832" y="0"/>
                </a:lnTo>
                <a:lnTo>
                  <a:pt x="1350832" y="2542191"/>
                </a:lnTo>
                <a:lnTo>
                  <a:pt x="0" y="25421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413487" y="760711"/>
            <a:ext cx="3029328" cy="4114800"/>
          </a:xfrm>
          <a:custGeom>
            <a:avLst/>
            <a:gdLst/>
            <a:ahLst/>
            <a:cxnLst/>
            <a:rect r="r" b="b" t="t" l="l"/>
            <a:pathLst>
              <a:path h="4114800" w="3029328">
                <a:moveTo>
                  <a:pt x="0" y="0"/>
                </a:moveTo>
                <a:lnTo>
                  <a:pt x="3029329" y="0"/>
                </a:lnTo>
                <a:lnTo>
                  <a:pt x="302932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90223" y="3497988"/>
            <a:ext cx="7793613" cy="6436361"/>
          </a:xfrm>
          <a:prstGeom prst="rect">
            <a:avLst/>
          </a:prstGeom>
        </p:spPr>
        <p:txBody>
          <a:bodyPr anchor="t" rtlCol="false" tIns="0" lIns="0" bIns="0" rIns="0">
            <a:spAutoFit/>
          </a:bodyPr>
          <a:lstStyle/>
          <a:p>
            <a:pPr algn="l" marL="669285" indent="-334642" lvl="1">
              <a:lnSpc>
                <a:spcPts val="4339"/>
              </a:lnSpc>
              <a:buFont typeface="Arial"/>
              <a:buChar char="•"/>
            </a:pPr>
            <a:r>
              <a:rPr lang="en-US" sz="3099">
                <a:solidFill>
                  <a:srgbClr val="FFFFFF"/>
                </a:solidFill>
                <a:latin typeface="Sniglet"/>
                <a:ea typeface="Sniglet"/>
                <a:cs typeface="Sniglet"/>
                <a:sym typeface="Sniglet"/>
              </a:rPr>
              <a:t>Task Category Section</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Tasks are grouped into categories </a:t>
            </a:r>
          </a:p>
          <a:p>
            <a:pPr algn="l">
              <a:lnSpc>
                <a:spcPts val="3499"/>
              </a:lnSpc>
            </a:pPr>
            <a:r>
              <a:rPr lang="en-US" sz="2499">
                <a:solidFill>
                  <a:srgbClr val="FFFFFF"/>
                </a:solidFill>
                <a:latin typeface="Sniglet"/>
                <a:ea typeface="Sniglet"/>
                <a:cs typeface="Sniglet"/>
                <a:sym typeface="Sniglet"/>
              </a:rPr>
              <a:t>          -I</a:t>
            </a:r>
            <a:r>
              <a:rPr lang="en-US" sz="2499">
                <a:solidFill>
                  <a:srgbClr val="FFFFFF"/>
                </a:solidFill>
                <a:latin typeface="Sniglet"/>
                <a:ea typeface="Sniglet"/>
                <a:cs typeface="Sniglet"/>
                <a:sym typeface="Sniglet"/>
              </a:rPr>
              <a:t>mplemented using dictionaries</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Each category stores its own list of tasks</a:t>
            </a:r>
          </a:p>
          <a:p>
            <a:pPr algn="l" marL="669285" indent="-334642" lvl="1">
              <a:lnSpc>
                <a:spcPts val="4339"/>
              </a:lnSpc>
              <a:buFont typeface="Arial"/>
              <a:buChar char="•"/>
            </a:pPr>
            <a:r>
              <a:rPr lang="en-US" sz="3099">
                <a:solidFill>
                  <a:srgbClr val="FFFFFF"/>
                </a:solidFill>
                <a:latin typeface="Sniglet"/>
                <a:ea typeface="Sniglet"/>
                <a:cs typeface="Sniglet"/>
                <a:sym typeface="Sniglet"/>
              </a:rPr>
              <a:t>Task Management</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Users can:</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Add tasks with deadlines</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Edit task name and deadline</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Delete tasks</a:t>
            </a:r>
          </a:p>
          <a:p>
            <a:pPr algn="l" marL="539748" indent="-269874" lvl="1">
              <a:lnSpc>
                <a:spcPts val="3499"/>
              </a:lnSpc>
              <a:buFont typeface="Arial"/>
              <a:buChar char="•"/>
            </a:pPr>
            <a:r>
              <a:rPr lang="en-US" sz="2499">
                <a:solidFill>
                  <a:srgbClr val="FFFFFF"/>
                </a:solidFill>
                <a:latin typeface="Sniglet"/>
                <a:ea typeface="Sniglet"/>
                <a:cs typeface="Sniglet"/>
                <a:sym typeface="Sniglet"/>
              </a:rPr>
              <a:t>Progress</a:t>
            </a:r>
          </a:p>
          <a:p>
            <a:pPr algn="l">
              <a:lnSpc>
                <a:spcPts val="3499"/>
              </a:lnSpc>
            </a:pPr>
            <a:r>
              <a:rPr lang="en-US" sz="2499">
                <a:solidFill>
                  <a:srgbClr val="FFFFFF"/>
                </a:solidFill>
                <a:latin typeface="Sniglet"/>
                <a:ea typeface="Sniglet"/>
                <a:cs typeface="Sniglet"/>
                <a:sym typeface="Sniglet"/>
              </a:rPr>
              <a:t>          - Displays the finished tasks</a:t>
            </a:r>
          </a:p>
          <a:p>
            <a:pPr algn="l">
              <a:lnSpc>
                <a:spcPts val="3499"/>
              </a:lnSpc>
            </a:pPr>
          </a:p>
          <a:p>
            <a:pPr algn="l">
              <a:lnSpc>
                <a:spcPts val="3499"/>
              </a:lnSpc>
            </a:pPr>
            <a:r>
              <a:rPr lang="en-US" sz="2499">
                <a:solidFill>
                  <a:srgbClr val="FFFFFF"/>
                </a:solidFill>
                <a:latin typeface="Sniglet"/>
                <a:ea typeface="Sniglet"/>
                <a:cs typeface="Sniglet"/>
                <a:sym typeface="Sniglet"/>
              </a:rPr>
              <a:t>           </a:t>
            </a:r>
          </a:p>
          <a:p>
            <a:pPr algn="l">
              <a:lnSpc>
                <a:spcPts val="4339"/>
              </a:lnSpc>
            </a:pPr>
          </a:p>
        </p:txBody>
      </p:sp>
      <p:sp>
        <p:nvSpPr>
          <p:cNvPr name="TextBox 9" id="9"/>
          <p:cNvSpPr txBox="true"/>
          <p:nvPr/>
        </p:nvSpPr>
        <p:spPr>
          <a:xfrm rot="0">
            <a:off x="666677" y="399880"/>
            <a:ext cx="8217159" cy="1884996"/>
          </a:xfrm>
          <a:prstGeom prst="rect">
            <a:avLst/>
          </a:prstGeom>
        </p:spPr>
        <p:txBody>
          <a:bodyPr anchor="t" rtlCol="false" tIns="0" lIns="0" bIns="0" rIns="0">
            <a:spAutoFit/>
          </a:bodyPr>
          <a:lstStyle/>
          <a:p>
            <a:pPr algn="l">
              <a:lnSpc>
                <a:spcPts val="9478"/>
              </a:lnSpc>
            </a:pPr>
            <a:r>
              <a:rPr lang="en-US" sz="6770" b="true">
                <a:solidFill>
                  <a:srgbClr val="2D304E"/>
                </a:solidFill>
                <a:latin typeface="Playpen Sans Bold"/>
                <a:ea typeface="Playpen Sans Bold"/>
                <a:cs typeface="Playpen Sans Bold"/>
                <a:sym typeface="Playpen Sans Bold"/>
              </a:rPr>
              <a:t>METHODOLOGY</a:t>
            </a:r>
          </a:p>
          <a:p>
            <a:pPr algn="l">
              <a:lnSpc>
                <a:spcPts val="5694"/>
              </a:lnSpc>
              <a:spcBef>
                <a:spcPct val="0"/>
              </a:spcBef>
            </a:pPr>
          </a:p>
        </p:txBody>
      </p:sp>
      <p:sp>
        <p:nvSpPr>
          <p:cNvPr name="TextBox 10" id="10"/>
          <p:cNvSpPr txBox="true"/>
          <p:nvPr/>
        </p:nvSpPr>
        <p:spPr>
          <a:xfrm rot="0">
            <a:off x="1028700" y="2199151"/>
            <a:ext cx="6284846" cy="811714"/>
          </a:xfrm>
          <a:prstGeom prst="rect">
            <a:avLst/>
          </a:prstGeom>
        </p:spPr>
        <p:txBody>
          <a:bodyPr anchor="t" rtlCol="false" tIns="0" lIns="0" bIns="0" rIns="0">
            <a:spAutoFit/>
          </a:bodyPr>
          <a:lstStyle/>
          <a:p>
            <a:pPr algn="l">
              <a:lnSpc>
                <a:spcPts val="6709"/>
              </a:lnSpc>
              <a:spcBef>
                <a:spcPct val="0"/>
              </a:spcBef>
            </a:pPr>
            <a:r>
              <a:rPr lang="en-US" sz="4792" b="true">
                <a:solidFill>
                  <a:srgbClr val="FFFFFF"/>
                </a:solidFill>
                <a:latin typeface="Playpen Sans Bold"/>
                <a:ea typeface="Playpen Sans Bold"/>
                <a:cs typeface="Playpen Sans Bold"/>
                <a:sym typeface="Playpen Sans Bold"/>
              </a:rPr>
              <a:t> CORE FEATURES</a:t>
            </a:r>
          </a:p>
        </p:txBody>
      </p:sp>
      <p:sp>
        <p:nvSpPr>
          <p:cNvPr name="TextBox 11" id="11"/>
          <p:cNvSpPr txBox="true"/>
          <p:nvPr/>
        </p:nvSpPr>
        <p:spPr>
          <a:xfrm rot="0">
            <a:off x="9522653" y="2760961"/>
            <a:ext cx="7269487" cy="6384506"/>
          </a:xfrm>
          <a:prstGeom prst="rect">
            <a:avLst/>
          </a:prstGeom>
        </p:spPr>
        <p:txBody>
          <a:bodyPr anchor="t" rtlCol="false" tIns="0" lIns="0" bIns="0" rIns="0">
            <a:spAutoFit/>
          </a:bodyPr>
          <a:lstStyle/>
          <a:p>
            <a:pPr algn="just" marL="624274" indent="-312137" lvl="1">
              <a:lnSpc>
                <a:spcPts val="4048"/>
              </a:lnSpc>
              <a:buFont typeface="Arial"/>
              <a:buChar char="•"/>
            </a:pPr>
            <a:r>
              <a:rPr lang="en-US" sz="2891">
                <a:solidFill>
                  <a:srgbClr val="FFFFFF"/>
                </a:solidFill>
                <a:latin typeface="Sniglet"/>
                <a:ea typeface="Sniglet"/>
                <a:cs typeface="Sniglet"/>
                <a:sym typeface="Sniglet"/>
              </a:rPr>
              <a:t>Calendar:</a:t>
            </a:r>
          </a:p>
          <a:p>
            <a:pPr algn="just">
              <a:lnSpc>
                <a:spcPts val="4048"/>
              </a:lnSpc>
            </a:pPr>
            <a:r>
              <a:rPr lang="en-US" sz="2891">
                <a:solidFill>
                  <a:srgbClr val="FFFFFF"/>
                </a:solidFill>
                <a:latin typeface="Sniglet"/>
                <a:ea typeface="Sniglet"/>
                <a:cs typeface="Sniglet"/>
                <a:sym typeface="Sniglet"/>
              </a:rPr>
              <a:t>         Task Completion System</a:t>
            </a:r>
          </a:p>
          <a:p>
            <a:pPr algn="just">
              <a:lnSpc>
                <a:spcPts val="3499"/>
              </a:lnSpc>
            </a:pPr>
            <a:r>
              <a:rPr lang="en-US" sz="2499">
                <a:solidFill>
                  <a:srgbClr val="FFFFFF"/>
                </a:solidFill>
                <a:latin typeface="Sniglet"/>
                <a:ea typeface="Sniglet"/>
                <a:cs typeface="Sniglet"/>
                <a:sym typeface="Sniglet"/>
              </a:rPr>
              <a:t>           -Tasks can be marked as done</a:t>
            </a:r>
          </a:p>
          <a:p>
            <a:pPr algn="just">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Completed tasks are crossed out</a:t>
            </a:r>
          </a:p>
          <a:p>
            <a:pPr algn="just">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Done tasks are excluded from the roulette</a:t>
            </a:r>
          </a:p>
          <a:p>
            <a:pPr algn="just">
              <a:lnSpc>
                <a:spcPts val="3499"/>
              </a:lnSpc>
            </a:pPr>
          </a:p>
          <a:p>
            <a:pPr algn="just">
              <a:lnSpc>
                <a:spcPts val="4045"/>
              </a:lnSpc>
            </a:pPr>
            <a:r>
              <a:rPr lang="en-US" sz="2889">
                <a:solidFill>
                  <a:srgbClr val="FFFFFF"/>
                </a:solidFill>
                <a:latin typeface="Sniglet"/>
                <a:ea typeface="Sniglet"/>
                <a:cs typeface="Sniglet"/>
                <a:sym typeface="Sniglet"/>
              </a:rPr>
              <a:t>         Overdue </a:t>
            </a:r>
            <a:r>
              <a:rPr lang="en-US" sz="2889">
                <a:solidFill>
                  <a:srgbClr val="FFFFFF"/>
                </a:solidFill>
                <a:latin typeface="Sniglet"/>
                <a:ea typeface="Sniglet"/>
                <a:cs typeface="Sniglet"/>
                <a:sym typeface="Sniglet"/>
              </a:rPr>
              <a:t>Task Detection</a:t>
            </a:r>
          </a:p>
          <a:p>
            <a:pPr algn="just">
              <a:lnSpc>
                <a:spcPts val="3499"/>
              </a:lnSpc>
            </a:pPr>
            <a:r>
              <a:rPr lang="en-US" sz="2499">
                <a:solidFill>
                  <a:srgbClr val="FFFFFF"/>
                </a:solidFill>
                <a:latin typeface="Sniglet"/>
                <a:ea typeface="Sniglet"/>
                <a:cs typeface="Sniglet"/>
                <a:sym typeface="Sniglet"/>
              </a:rPr>
              <a:t>           -If a task is overdue and not yet completed:</a:t>
            </a:r>
          </a:p>
          <a:p>
            <a:pPr algn="just">
              <a:lnSpc>
                <a:spcPts val="3499"/>
              </a:lnSpc>
            </a:pPr>
            <a:r>
              <a:rPr lang="en-US" sz="2499">
                <a:solidFill>
                  <a:srgbClr val="FFFFFF"/>
                </a:solidFill>
                <a:latin typeface="Sniglet"/>
                <a:ea typeface="Sniglet"/>
                <a:cs typeface="Sniglet"/>
                <a:sym typeface="Sniglet"/>
              </a:rPr>
              <a:t>                it is displayed in red</a:t>
            </a:r>
          </a:p>
          <a:p>
            <a:pPr algn="just">
              <a:lnSpc>
                <a:spcPts val="3499"/>
              </a:lnSpc>
            </a:pPr>
            <a:r>
              <a:rPr lang="en-US" sz="2499">
                <a:solidFill>
                  <a:srgbClr val="FFFFFF"/>
                </a:solidFill>
                <a:latin typeface="Sniglet"/>
                <a:ea typeface="Sniglet"/>
                <a:cs typeface="Sniglet"/>
                <a:sym typeface="Sniglet"/>
              </a:rPr>
              <a:t>                 the number of days overdue is shown</a:t>
            </a:r>
          </a:p>
          <a:p>
            <a:pPr algn="just">
              <a:lnSpc>
                <a:spcPts val="3499"/>
              </a:lnSpc>
            </a:pPr>
            <a:r>
              <a:rPr lang="en-US" sz="2499">
                <a:solidFill>
                  <a:srgbClr val="FFFFFF"/>
                </a:solidFill>
                <a:latin typeface="Sniglet"/>
                <a:ea typeface="Sniglet"/>
                <a:cs typeface="Sniglet"/>
                <a:sym typeface="Sniglet"/>
              </a:rPr>
              <a:t>           -Completed tasks are crossed out</a:t>
            </a:r>
          </a:p>
          <a:p>
            <a:pPr algn="just">
              <a:lnSpc>
                <a:spcPts val="3499"/>
              </a:lnSpc>
            </a:pPr>
            <a:r>
              <a:rPr lang="en-US" sz="2499">
                <a:solidFill>
                  <a:srgbClr val="FFFFFF"/>
                </a:solidFill>
                <a:latin typeface="Sniglet"/>
                <a:ea typeface="Sniglet"/>
                <a:cs typeface="Sniglet"/>
                <a:sym typeface="Sniglet"/>
              </a:rPr>
              <a:t>           -Done tasks are excluded from the roulette</a:t>
            </a:r>
          </a:p>
          <a:p>
            <a:pPr algn="just">
              <a:lnSpc>
                <a:spcPts val="3499"/>
              </a:lnSpc>
            </a:pPr>
          </a:p>
          <a:p>
            <a:pPr algn="just">
              <a:lnSpc>
                <a:spcPts val="404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1452680" y="0"/>
            <a:ext cx="7315200" cy="3291840"/>
          </a:xfrm>
          <a:custGeom>
            <a:avLst/>
            <a:gdLst/>
            <a:ahLst/>
            <a:cxnLst/>
            <a:rect r="r" b="b" t="t" l="l"/>
            <a:pathLst>
              <a:path h="3291840" w="7315200">
                <a:moveTo>
                  <a:pt x="0" y="0"/>
                </a:moveTo>
                <a:lnTo>
                  <a:pt x="7315200" y="0"/>
                </a:lnTo>
                <a:lnTo>
                  <a:pt x="7315200" y="3291840"/>
                </a:lnTo>
                <a:lnTo>
                  <a:pt x="0" y="32918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3850" y="1815631"/>
            <a:ext cx="11263900" cy="8171448"/>
          </a:xfrm>
          <a:custGeom>
            <a:avLst/>
            <a:gdLst/>
            <a:ahLst/>
            <a:cxnLst/>
            <a:rect r="r" b="b" t="t" l="l"/>
            <a:pathLst>
              <a:path h="8171448" w="11263900">
                <a:moveTo>
                  <a:pt x="0" y="0"/>
                </a:moveTo>
                <a:lnTo>
                  <a:pt x="11263901" y="0"/>
                </a:lnTo>
                <a:lnTo>
                  <a:pt x="11263901" y="8171447"/>
                </a:lnTo>
                <a:lnTo>
                  <a:pt x="0" y="81714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173885" y="2000489"/>
            <a:ext cx="10754267" cy="7801732"/>
          </a:xfrm>
          <a:custGeom>
            <a:avLst/>
            <a:gdLst/>
            <a:ahLst/>
            <a:cxnLst/>
            <a:rect r="r" b="b" t="t" l="l"/>
            <a:pathLst>
              <a:path h="7801732" w="10754267">
                <a:moveTo>
                  <a:pt x="0" y="0"/>
                </a:moveTo>
                <a:lnTo>
                  <a:pt x="10754267" y="0"/>
                </a:lnTo>
                <a:lnTo>
                  <a:pt x="10754267" y="7801731"/>
                </a:lnTo>
                <a:lnTo>
                  <a:pt x="0" y="780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94272" y="6894705"/>
            <a:ext cx="6965028" cy="3682758"/>
          </a:xfrm>
          <a:custGeom>
            <a:avLst/>
            <a:gdLst/>
            <a:ahLst/>
            <a:cxnLst/>
            <a:rect r="r" b="b" t="t" l="l"/>
            <a:pathLst>
              <a:path h="3682758" w="6965028">
                <a:moveTo>
                  <a:pt x="0" y="0"/>
                </a:moveTo>
                <a:lnTo>
                  <a:pt x="6965028" y="0"/>
                </a:lnTo>
                <a:lnTo>
                  <a:pt x="6965028" y="3682758"/>
                </a:lnTo>
                <a:lnTo>
                  <a:pt x="0" y="3682758"/>
                </a:lnTo>
                <a:lnTo>
                  <a:pt x="0" y="0"/>
                </a:lnTo>
                <a:close/>
              </a:path>
            </a:pathLst>
          </a:custGeom>
          <a:blipFill>
            <a:blip r:embed="rId6"/>
            <a:stretch>
              <a:fillRect l="0" t="0" r="0" b="0"/>
            </a:stretch>
          </a:blipFill>
        </p:spPr>
      </p:sp>
      <p:sp>
        <p:nvSpPr>
          <p:cNvPr name="Freeform 6" id="6"/>
          <p:cNvSpPr/>
          <p:nvPr/>
        </p:nvSpPr>
        <p:spPr>
          <a:xfrm flipH="false" flipV="false" rot="5519931">
            <a:off x="14822844" y="-37575"/>
            <a:ext cx="1350832" cy="2542190"/>
          </a:xfrm>
          <a:custGeom>
            <a:avLst/>
            <a:gdLst/>
            <a:ahLst/>
            <a:cxnLst/>
            <a:rect r="r" b="b" t="t" l="l"/>
            <a:pathLst>
              <a:path h="2542190" w="1350832">
                <a:moveTo>
                  <a:pt x="0" y="0"/>
                </a:moveTo>
                <a:lnTo>
                  <a:pt x="1350832" y="0"/>
                </a:lnTo>
                <a:lnTo>
                  <a:pt x="1350832" y="2542191"/>
                </a:lnTo>
                <a:lnTo>
                  <a:pt x="0" y="25421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6413487" y="760711"/>
            <a:ext cx="3029328" cy="4114800"/>
          </a:xfrm>
          <a:custGeom>
            <a:avLst/>
            <a:gdLst/>
            <a:ahLst/>
            <a:cxnLst/>
            <a:rect r="r" b="b" t="t" l="l"/>
            <a:pathLst>
              <a:path h="4114800" w="3029328">
                <a:moveTo>
                  <a:pt x="0" y="0"/>
                </a:moveTo>
                <a:lnTo>
                  <a:pt x="3029329" y="0"/>
                </a:lnTo>
                <a:lnTo>
                  <a:pt x="302932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878450" y="3665697"/>
            <a:ext cx="7793613" cy="3264536"/>
          </a:xfrm>
          <a:prstGeom prst="rect">
            <a:avLst/>
          </a:prstGeom>
        </p:spPr>
        <p:txBody>
          <a:bodyPr anchor="t" rtlCol="false" tIns="0" lIns="0" bIns="0" rIns="0">
            <a:spAutoFit/>
          </a:bodyPr>
          <a:lstStyle/>
          <a:p>
            <a:pPr algn="l" marL="669285" indent="-334642" lvl="1">
              <a:lnSpc>
                <a:spcPts val="4339"/>
              </a:lnSpc>
              <a:buFont typeface="Arial"/>
              <a:buChar char="•"/>
            </a:pPr>
            <a:r>
              <a:rPr lang="en-US" sz="3099">
                <a:solidFill>
                  <a:srgbClr val="FFFFFF"/>
                </a:solidFill>
                <a:latin typeface="Sniglet"/>
                <a:ea typeface="Sniglet"/>
                <a:cs typeface="Sniglet"/>
                <a:sym typeface="Sniglet"/>
              </a:rPr>
              <a:t>Technologie</a:t>
            </a:r>
            <a:r>
              <a:rPr lang="en-US" sz="3099">
                <a:solidFill>
                  <a:srgbClr val="FFFFFF"/>
                </a:solidFill>
                <a:latin typeface="Sniglet"/>
                <a:ea typeface="Sniglet"/>
                <a:cs typeface="Sniglet"/>
                <a:sym typeface="Sniglet"/>
              </a:rPr>
              <a:t>s Used</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Python</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datetime (</a:t>
            </a:r>
            <a:r>
              <a:rPr lang="en-US" sz="2499">
                <a:solidFill>
                  <a:srgbClr val="FFFFFF"/>
                </a:solidFill>
                <a:latin typeface="Sniglet"/>
                <a:ea typeface="Sniglet"/>
                <a:cs typeface="Sniglet"/>
                <a:sym typeface="Sniglet"/>
              </a:rPr>
              <a:t> hand</a:t>
            </a:r>
            <a:r>
              <a:rPr lang="en-US" sz="2499">
                <a:solidFill>
                  <a:srgbClr val="FFFFFF"/>
                </a:solidFill>
                <a:latin typeface="Sniglet"/>
                <a:ea typeface="Sniglet"/>
                <a:cs typeface="Sniglet"/>
                <a:sym typeface="Sniglet"/>
              </a:rPr>
              <a:t>les deadlines )</a:t>
            </a:r>
          </a:p>
          <a:p>
            <a:pPr algn="l">
              <a:lnSpc>
                <a:spcPts val="3499"/>
              </a:lnSpc>
            </a:pPr>
            <a:r>
              <a:rPr lang="en-US" sz="2499">
                <a:solidFill>
                  <a:srgbClr val="FFFFFF"/>
                </a:solidFill>
                <a:latin typeface="Sniglet"/>
                <a:ea typeface="Sniglet"/>
                <a:cs typeface="Sniglet"/>
                <a:sym typeface="Sniglet"/>
              </a:rPr>
              <a:t>                -r</a:t>
            </a:r>
            <a:r>
              <a:rPr lang="en-US" sz="2499">
                <a:solidFill>
                  <a:srgbClr val="FFFFFF"/>
                </a:solidFill>
                <a:latin typeface="Sniglet"/>
                <a:ea typeface="Sniglet"/>
                <a:cs typeface="Sniglet"/>
                <a:sym typeface="Sniglet"/>
              </a:rPr>
              <a:t>andom ( task selection )</a:t>
            </a:r>
          </a:p>
          <a:p>
            <a:pPr algn="l">
              <a:lnSpc>
                <a:spcPts val="3499"/>
              </a:lnSpc>
            </a:pPr>
            <a:r>
              <a:rPr lang="en-US" sz="2499">
                <a:solidFill>
                  <a:srgbClr val="FFFFFF"/>
                </a:solidFill>
                <a:latin typeface="Sniglet"/>
                <a:ea typeface="Sniglet"/>
                <a:cs typeface="Sniglet"/>
                <a:sym typeface="Sniglet"/>
              </a:rPr>
              <a:t>           -Fl</a:t>
            </a:r>
            <a:r>
              <a:rPr lang="en-US" sz="2499">
                <a:solidFill>
                  <a:srgbClr val="FFFFFF"/>
                </a:solidFill>
                <a:latin typeface="Sniglet"/>
                <a:ea typeface="Sniglet"/>
                <a:cs typeface="Sniglet"/>
                <a:sym typeface="Sniglet"/>
              </a:rPr>
              <a:t>ask for routing and backend</a:t>
            </a:r>
          </a:p>
          <a:p>
            <a:pPr algn="l">
              <a:lnSpc>
                <a:spcPts val="3499"/>
              </a:lnSpc>
            </a:pPr>
            <a:r>
              <a:rPr lang="en-US" sz="2499">
                <a:solidFill>
                  <a:srgbClr val="FFFFFF"/>
                </a:solidFill>
                <a:latin typeface="Sniglet"/>
                <a:ea typeface="Sniglet"/>
                <a:cs typeface="Sniglet"/>
                <a:sym typeface="Sniglet"/>
              </a:rPr>
              <a:t>           -HTML for </a:t>
            </a:r>
            <a:r>
              <a:rPr lang="en-US" sz="2499">
                <a:solidFill>
                  <a:srgbClr val="FFFFFF"/>
                </a:solidFill>
                <a:latin typeface="Sniglet"/>
                <a:ea typeface="Sniglet"/>
                <a:cs typeface="Sniglet"/>
                <a:sym typeface="Sniglet"/>
              </a:rPr>
              <a:t>interface design</a:t>
            </a:r>
          </a:p>
          <a:p>
            <a:pPr algn="l">
              <a:lnSpc>
                <a:spcPts val="4339"/>
              </a:lnSpc>
            </a:pPr>
          </a:p>
        </p:txBody>
      </p:sp>
      <p:sp>
        <p:nvSpPr>
          <p:cNvPr name="TextBox 9" id="9"/>
          <p:cNvSpPr txBox="true"/>
          <p:nvPr/>
        </p:nvSpPr>
        <p:spPr>
          <a:xfrm rot="0">
            <a:off x="666677" y="399880"/>
            <a:ext cx="8217159" cy="1884996"/>
          </a:xfrm>
          <a:prstGeom prst="rect">
            <a:avLst/>
          </a:prstGeom>
        </p:spPr>
        <p:txBody>
          <a:bodyPr anchor="t" rtlCol="false" tIns="0" lIns="0" bIns="0" rIns="0">
            <a:spAutoFit/>
          </a:bodyPr>
          <a:lstStyle/>
          <a:p>
            <a:pPr algn="l">
              <a:lnSpc>
                <a:spcPts val="9478"/>
              </a:lnSpc>
            </a:pPr>
            <a:r>
              <a:rPr lang="en-US" sz="6770" b="true">
                <a:solidFill>
                  <a:srgbClr val="2D304E"/>
                </a:solidFill>
                <a:latin typeface="Playpen Sans Bold"/>
                <a:ea typeface="Playpen Sans Bold"/>
                <a:cs typeface="Playpen Sans Bold"/>
                <a:sym typeface="Playpen Sans Bold"/>
              </a:rPr>
              <a:t>METHODOLOGY</a:t>
            </a:r>
          </a:p>
          <a:p>
            <a:pPr algn="l">
              <a:lnSpc>
                <a:spcPts val="5694"/>
              </a:lnSpc>
              <a:spcBef>
                <a:spcPct val="0"/>
              </a:spcBef>
            </a:pPr>
          </a:p>
        </p:txBody>
      </p:sp>
      <p:sp>
        <p:nvSpPr>
          <p:cNvPr name="TextBox 10" id="10"/>
          <p:cNvSpPr txBox="true"/>
          <p:nvPr/>
        </p:nvSpPr>
        <p:spPr>
          <a:xfrm rot="0">
            <a:off x="1028700" y="2218201"/>
            <a:ext cx="7358801" cy="1268278"/>
          </a:xfrm>
          <a:prstGeom prst="rect">
            <a:avLst/>
          </a:prstGeom>
        </p:spPr>
        <p:txBody>
          <a:bodyPr anchor="t" rtlCol="false" tIns="0" lIns="0" bIns="0" rIns="0">
            <a:spAutoFit/>
          </a:bodyPr>
          <a:lstStyle/>
          <a:p>
            <a:pPr algn="l">
              <a:lnSpc>
                <a:spcPts val="5169"/>
              </a:lnSpc>
              <a:spcBef>
                <a:spcPct val="0"/>
              </a:spcBef>
            </a:pPr>
            <a:r>
              <a:rPr lang="en-US" sz="3692">
                <a:solidFill>
                  <a:srgbClr val="FFFFFF"/>
                </a:solidFill>
                <a:latin typeface="Playpen Sans"/>
                <a:ea typeface="Playpen Sans"/>
                <a:cs typeface="Playpen Sans"/>
                <a:sym typeface="Playpen Sans"/>
              </a:rPr>
              <a:t> TECHNOLOGIES &amp; SYSTEM INTERACTION &amp; DESIGN</a:t>
            </a:r>
          </a:p>
        </p:txBody>
      </p:sp>
      <p:sp>
        <p:nvSpPr>
          <p:cNvPr name="TextBox 11" id="11"/>
          <p:cNvSpPr txBox="true"/>
          <p:nvPr/>
        </p:nvSpPr>
        <p:spPr>
          <a:xfrm rot="0">
            <a:off x="878450" y="6664744"/>
            <a:ext cx="7269487" cy="3184106"/>
          </a:xfrm>
          <a:prstGeom prst="rect">
            <a:avLst/>
          </a:prstGeom>
        </p:spPr>
        <p:txBody>
          <a:bodyPr anchor="t" rtlCol="false" tIns="0" lIns="0" bIns="0" rIns="0">
            <a:spAutoFit/>
          </a:bodyPr>
          <a:lstStyle/>
          <a:p>
            <a:pPr algn="just" marL="624274" indent="-312137" lvl="1">
              <a:lnSpc>
                <a:spcPts val="4048"/>
              </a:lnSpc>
              <a:buFont typeface="Arial"/>
              <a:buChar char="•"/>
            </a:pPr>
            <a:r>
              <a:rPr lang="en-US" sz="2891">
                <a:solidFill>
                  <a:srgbClr val="FFFFFF"/>
                </a:solidFill>
                <a:latin typeface="Sniglet"/>
                <a:ea typeface="Sniglet"/>
                <a:cs typeface="Sniglet"/>
                <a:sym typeface="Sniglet"/>
              </a:rPr>
              <a:t>System</a:t>
            </a:r>
            <a:r>
              <a:rPr lang="en-US" sz="2891">
                <a:solidFill>
                  <a:srgbClr val="FFFFFF"/>
                </a:solidFill>
                <a:latin typeface="Sniglet"/>
                <a:ea typeface="Sniglet"/>
                <a:cs typeface="Sniglet"/>
                <a:sym typeface="Sniglet"/>
              </a:rPr>
              <a:t> Interaction</a:t>
            </a:r>
          </a:p>
          <a:p>
            <a:pPr algn="just">
              <a:lnSpc>
                <a:spcPts val="3488"/>
              </a:lnSpc>
            </a:pPr>
            <a:r>
              <a:rPr lang="en-US" sz="2491">
                <a:solidFill>
                  <a:srgbClr val="FFFFFF"/>
                </a:solidFill>
                <a:latin typeface="Sniglet"/>
                <a:ea typeface="Sniglet"/>
                <a:cs typeface="Sniglet"/>
                <a:sym typeface="Sniglet"/>
              </a:rPr>
              <a:t>            -</a:t>
            </a:r>
            <a:r>
              <a:rPr lang="en-US" sz="2491">
                <a:solidFill>
                  <a:srgbClr val="FFFFFF"/>
                </a:solidFill>
                <a:latin typeface="Sniglet"/>
                <a:ea typeface="Sniglet"/>
                <a:cs typeface="Sniglet"/>
                <a:sym typeface="Sniglet"/>
              </a:rPr>
              <a:t>User in</a:t>
            </a:r>
            <a:r>
              <a:rPr lang="en-US" sz="2491">
                <a:solidFill>
                  <a:srgbClr val="FFFFFF"/>
                </a:solidFill>
                <a:latin typeface="Sniglet"/>
                <a:ea typeface="Sniglet"/>
                <a:cs typeface="Sniglet"/>
                <a:sym typeface="Sniglet"/>
              </a:rPr>
              <a:t>puts data through</a:t>
            </a:r>
            <a:r>
              <a:rPr lang="en-US" sz="2491">
                <a:solidFill>
                  <a:srgbClr val="FFFFFF"/>
                </a:solidFill>
                <a:latin typeface="Sniglet"/>
                <a:ea typeface="Sniglet"/>
                <a:cs typeface="Sniglet"/>
                <a:sym typeface="Sniglet"/>
              </a:rPr>
              <a:t> the </a:t>
            </a:r>
            <a:r>
              <a:rPr lang="en-US" sz="2491">
                <a:solidFill>
                  <a:srgbClr val="FFFFFF"/>
                </a:solidFill>
                <a:latin typeface="Sniglet"/>
                <a:ea typeface="Sniglet"/>
                <a:cs typeface="Sniglet"/>
                <a:sym typeface="Sniglet"/>
              </a:rPr>
              <a:t>interf</a:t>
            </a:r>
            <a:r>
              <a:rPr lang="en-US" sz="2491">
                <a:solidFill>
                  <a:srgbClr val="FFFFFF"/>
                </a:solidFill>
                <a:latin typeface="Sniglet"/>
                <a:ea typeface="Sniglet"/>
                <a:cs typeface="Sniglet"/>
                <a:sym typeface="Sniglet"/>
              </a:rPr>
              <a:t>ace</a:t>
            </a:r>
          </a:p>
          <a:p>
            <a:pPr algn="l">
              <a:lnSpc>
                <a:spcPts val="3488"/>
              </a:lnSpc>
            </a:pPr>
            <a:r>
              <a:rPr lang="en-US" sz="2491">
                <a:solidFill>
                  <a:srgbClr val="FFFFFF"/>
                </a:solidFill>
                <a:latin typeface="Sniglet"/>
                <a:ea typeface="Sniglet"/>
                <a:cs typeface="Sniglet"/>
                <a:sym typeface="Sniglet"/>
              </a:rPr>
              <a:t>            -The backend processes and stores the data</a:t>
            </a:r>
          </a:p>
          <a:p>
            <a:pPr algn="just">
              <a:lnSpc>
                <a:spcPts val="3488"/>
              </a:lnSpc>
            </a:pPr>
            <a:r>
              <a:rPr lang="en-US" sz="2491">
                <a:solidFill>
                  <a:srgbClr val="FFFFFF"/>
                </a:solidFill>
                <a:latin typeface="Sniglet"/>
                <a:ea typeface="Sniglet"/>
                <a:cs typeface="Sniglet"/>
                <a:sym typeface="Sniglet"/>
              </a:rPr>
              <a:t>             -</a:t>
            </a:r>
            <a:r>
              <a:rPr lang="en-US" sz="2491">
                <a:solidFill>
                  <a:srgbClr val="FFFFFF"/>
                </a:solidFill>
                <a:latin typeface="Sniglet"/>
                <a:ea typeface="Sniglet"/>
                <a:cs typeface="Sniglet"/>
                <a:sym typeface="Sniglet"/>
              </a:rPr>
              <a:t>The system updates and displays results</a:t>
            </a:r>
          </a:p>
          <a:p>
            <a:pPr algn="just">
              <a:lnSpc>
                <a:spcPts val="3499"/>
              </a:lnSpc>
            </a:pPr>
          </a:p>
          <a:p>
            <a:pPr algn="just">
              <a:lnSpc>
                <a:spcPts val="3499"/>
              </a:lnSpc>
            </a:pPr>
          </a:p>
          <a:p>
            <a:pPr algn="just">
              <a:lnSpc>
                <a:spcPts val="4048"/>
              </a:lnSpc>
            </a:pPr>
          </a:p>
        </p:txBody>
      </p:sp>
      <p:sp>
        <p:nvSpPr>
          <p:cNvPr name="TextBox 12" id="12"/>
          <p:cNvSpPr txBox="true"/>
          <p:nvPr/>
        </p:nvSpPr>
        <p:spPr>
          <a:xfrm rot="0">
            <a:off x="8883836" y="3665697"/>
            <a:ext cx="7793613" cy="2388236"/>
          </a:xfrm>
          <a:prstGeom prst="rect">
            <a:avLst/>
          </a:prstGeom>
        </p:spPr>
        <p:txBody>
          <a:bodyPr anchor="t" rtlCol="false" tIns="0" lIns="0" bIns="0" rIns="0">
            <a:spAutoFit/>
          </a:bodyPr>
          <a:lstStyle/>
          <a:p>
            <a:pPr algn="l" marL="669285" indent="-334642" lvl="1">
              <a:lnSpc>
                <a:spcPts val="4339"/>
              </a:lnSpc>
              <a:buFont typeface="Arial"/>
              <a:buChar char="•"/>
            </a:pPr>
            <a:r>
              <a:rPr lang="en-US" sz="3099">
                <a:solidFill>
                  <a:srgbClr val="FFFFFF"/>
                </a:solidFill>
                <a:latin typeface="Sniglet"/>
                <a:ea typeface="Sniglet"/>
                <a:cs typeface="Sniglet"/>
                <a:sym typeface="Sniglet"/>
              </a:rPr>
              <a:t>Key De</a:t>
            </a:r>
            <a:r>
              <a:rPr lang="en-US" sz="3099">
                <a:solidFill>
                  <a:srgbClr val="FFFFFF"/>
                </a:solidFill>
                <a:latin typeface="Sniglet"/>
                <a:ea typeface="Sniglet"/>
                <a:cs typeface="Sniglet"/>
                <a:sym typeface="Sniglet"/>
              </a:rPr>
              <a:t>sign Decisions</a:t>
            </a:r>
          </a:p>
          <a:p>
            <a:pPr algn="l">
              <a:lnSpc>
                <a:spcPts val="3499"/>
              </a:lnSpc>
            </a:pPr>
            <a:r>
              <a:rPr lang="en-US" sz="2499">
                <a:solidFill>
                  <a:srgbClr val="FFFFFF"/>
                </a:solidFill>
                <a:latin typeface="Sniglet"/>
                <a:ea typeface="Sniglet"/>
                <a:cs typeface="Sniglet"/>
                <a:sym typeface="Sniglet"/>
              </a:rPr>
              <a:t>                 -</a:t>
            </a:r>
            <a:r>
              <a:rPr lang="en-US" sz="2499">
                <a:solidFill>
                  <a:srgbClr val="FFFFFF"/>
                </a:solidFill>
                <a:latin typeface="Sniglet"/>
                <a:ea typeface="Sniglet"/>
                <a:cs typeface="Sniglet"/>
                <a:sym typeface="Sniglet"/>
              </a:rPr>
              <a:t>C</a:t>
            </a:r>
            <a:r>
              <a:rPr lang="en-US" sz="2499">
                <a:solidFill>
                  <a:srgbClr val="FFFFFF"/>
                </a:solidFill>
                <a:latin typeface="Sniglet"/>
                <a:ea typeface="Sniglet"/>
                <a:cs typeface="Sniglet"/>
                <a:sym typeface="Sniglet"/>
              </a:rPr>
              <a:t>alendar for</a:t>
            </a:r>
            <a:r>
              <a:rPr lang="en-US" sz="2499">
                <a:solidFill>
                  <a:srgbClr val="FFFFFF"/>
                </a:solidFill>
                <a:latin typeface="Sniglet"/>
                <a:ea typeface="Sniglet"/>
                <a:cs typeface="Sniglet"/>
                <a:sym typeface="Sniglet"/>
              </a:rPr>
              <a:t> b</a:t>
            </a:r>
            <a:r>
              <a:rPr lang="en-US" sz="2499">
                <a:solidFill>
                  <a:srgbClr val="FFFFFF"/>
                </a:solidFill>
                <a:latin typeface="Sniglet"/>
                <a:ea typeface="Sniglet"/>
                <a:cs typeface="Sniglet"/>
                <a:sym typeface="Sniglet"/>
              </a:rPr>
              <a:t>etter deadline visualization</a:t>
            </a:r>
          </a:p>
          <a:p>
            <a:pPr algn="l">
              <a:lnSpc>
                <a:spcPts val="3499"/>
              </a:lnSpc>
            </a:pPr>
            <a:r>
              <a:rPr lang="en-US" sz="2499">
                <a:solidFill>
                  <a:srgbClr val="FFFFFF"/>
                </a:solidFill>
                <a:latin typeface="Sniglet"/>
                <a:ea typeface="Sniglet"/>
                <a:cs typeface="Sniglet"/>
                <a:sym typeface="Sniglet"/>
              </a:rPr>
              <a:t>  </a:t>
            </a:r>
          </a:p>
          <a:p>
            <a:pPr algn="l">
              <a:lnSpc>
                <a:spcPts val="3499"/>
              </a:lnSpc>
            </a:pPr>
          </a:p>
          <a:p>
            <a:pPr algn="l">
              <a:lnSpc>
                <a:spcPts val="4339"/>
              </a:lnSpc>
            </a:pPr>
          </a:p>
        </p:txBody>
      </p:sp>
      <p:sp>
        <p:nvSpPr>
          <p:cNvPr name="TextBox 13" id="13"/>
          <p:cNvSpPr txBox="true"/>
          <p:nvPr/>
        </p:nvSpPr>
        <p:spPr>
          <a:xfrm rot="0">
            <a:off x="9144000" y="5551978"/>
            <a:ext cx="7269487" cy="3184106"/>
          </a:xfrm>
          <a:prstGeom prst="rect">
            <a:avLst/>
          </a:prstGeom>
        </p:spPr>
        <p:txBody>
          <a:bodyPr anchor="t" rtlCol="false" tIns="0" lIns="0" bIns="0" rIns="0">
            <a:spAutoFit/>
          </a:bodyPr>
          <a:lstStyle/>
          <a:p>
            <a:pPr algn="just" marL="624274" indent="-312137" lvl="1">
              <a:lnSpc>
                <a:spcPts val="4048"/>
              </a:lnSpc>
              <a:buFont typeface="Arial"/>
              <a:buChar char="•"/>
            </a:pPr>
            <a:r>
              <a:rPr lang="en-US" sz="2891">
                <a:solidFill>
                  <a:srgbClr val="FFFFFF"/>
                </a:solidFill>
                <a:latin typeface="Sniglet"/>
                <a:ea typeface="Sniglet"/>
                <a:cs typeface="Sniglet"/>
                <a:sym typeface="Sniglet"/>
              </a:rPr>
              <a:t>Ethical</a:t>
            </a:r>
            <a:r>
              <a:rPr lang="en-US" sz="2891">
                <a:solidFill>
                  <a:srgbClr val="FFFFFF"/>
                </a:solidFill>
                <a:latin typeface="Sniglet"/>
                <a:ea typeface="Sniglet"/>
                <a:cs typeface="Sniglet"/>
                <a:sym typeface="Sniglet"/>
              </a:rPr>
              <a:t> Considerations</a:t>
            </a:r>
          </a:p>
          <a:p>
            <a:pPr algn="just">
              <a:lnSpc>
                <a:spcPts val="3488"/>
              </a:lnSpc>
            </a:pPr>
            <a:r>
              <a:rPr lang="en-US" sz="2491">
                <a:solidFill>
                  <a:srgbClr val="FFFFFF"/>
                </a:solidFill>
                <a:latin typeface="Sniglet"/>
                <a:ea typeface="Sniglet"/>
                <a:cs typeface="Sniglet"/>
                <a:sym typeface="Sniglet"/>
              </a:rPr>
              <a:t>              -</a:t>
            </a:r>
            <a:r>
              <a:rPr lang="en-US" sz="2491">
                <a:solidFill>
                  <a:srgbClr val="FFFFFF"/>
                </a:solidFill>
                <a:latin typeface="Sniglet"/>
                <a:ea typeface="Sniglet"/>
                <a:cs typeface="Sniglet"/>
                <a:sym typeface="Sniglet"/>
              </a:rPr>
              <a:t>No p</a:t>
            </a:r>
            <a:r>
              <a:rPr lang="en-US" sz="2491">
                <a:solidFill>
                  <a:srgbClr val="FFFFFF"/>
                </a:solidFill>
                <a:latin typeface="Sniglet"/>
                <a:ea typeface="Sniglet"/>
                <a:cs typeface="Sniglet"/>
                <a:sym typeface="Sniglet"/>
              </a:rPr>
              <a:t>er</a:t>
            </a:r>
            <a:r>
              <a:rPr lang="en-US" sz="2491">
                <a:solidFill>
                  <a:srgbClr val="FFFFFF"/>
                </a:solidFill>
                <a:latin typeface="Sniglet"/>
                <a:ea typeface="Sniglet"/>
                <a:cs typeface="Sniglet"/>
                <a:sym typeface="Sniglet"/>
              </a:rPr>
              <a:t>sonal data coll</a:t>
            </a:r>
            <a:r>
              <a:rPr lang="en-US" sz="2491">
                <a:solidFill>
                  <a:srgbClr val="FFFFFF"/>
                </a:solidFill>
                <a:latin typeface="Sniglet"/>
                <a:ea typeface="Sniglet"/>
                <a:cs typeface="Sniglet"/>
                <a:sym typeface="Sniglet"/>
              </a:rPr>
              <a:t>e</a:t>
            </a:r>
            <a:r>
              <a:rPr lang="en-US" sz="2491">
                <a:solidFill>
                  <a:srgbClr val="FFFFFF"/>
                </a:solidFill>
                <a:latin typeface="Sniglet"/>
                <a:ea typeface="Sniglet"/>
                <a:cs typeface="Sniglet"/>
                <a:sym typeface="Sniglet"/>
              </a:rPr>
              <a:t>cted</a:t>
            </a:r>
          </a:p>
          <a:p>
            <a:pPr algn="just">
              <a:lnSpc>
                <a:spcPts val="3488"/>
              </a:lnSpc>
            </a:pPr>
            <a:r>
              <a:rPr lang="en-US" sz="2491">
                <a:solidFill>
                  <a:srgbClr val="FFFFFF"/>
                </a:solidFill>
                <a:latin typeface="Sniglet"/>
                <a:ea typeface="Sniglet"/>
                <a:cs typeface="Sniglet"/>
                <a:sym typeface="Sniglet"/>
              </a:rPr>
              <a:t>              -Focused only on productivity</a:t>
            </a:r>
          </a:p>
          <a:p>
            <a:pPr algn="just">
              <a:lnSpc>
                <a:spcPts val="3488"/>
              </a:lnSpc>
            </a:pPr>
          </a:p>
          <a:p>
            <a:pPr algn="just">
              <a:lnSpc>
                <a:spcPts val="3499"/>
              </a:lnSpc>
            </a:pPr>
          </a:p>
          <a:p>
            <a:pPr algn="just">
              <a:lnSpc>
                <a:spcPts val="3499"/>
              </a:lnSpc>
            </a:pPr>
          </a:p>
          <a:p>
            <a:pPr algn="just">
              <a:lnSpc>
                <a:spcPts val="404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3625909" y="-4444013"/>
            <a:ext cx="18336951" cy="18441020"/>
          </a:xfrm>
          <a:custGeom>
            <a:avLst/>
            <a:gdLst/>
            <a:ahLst/>
            <a:cxnLst/>
            <a:rect r="r" b="b" t="t" l="l"/>
            <a:pathLst>
              <a:path h="18441020" w="18336951">
                <a:moveTo>
                  <a:pt x="0" y="0"/>
                </a:moveTo>
                <a:lnTo>
                  <a:pt x="18336951" y="0"/>
                </a:lnTo>
                <a:lnTo>
                  <a:pt x="18336951" y="18441020"/>
                </a:lnTo>
                <a:lnTo>
                  <a:pt x="0" y="184410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87250" y="-3160243"/>
            <a:ext cx="16080703" cy="16171967"/>
          </a:xfrm>
          <a:custGeom>
            <a:avLst/>
            <a:gdLst/>
            <a:ahLst/>
            <a:cxnLst/>
            <a:rect r="r" b="b" t="t" l="l"/>
            <a:pathLst>
              <a:path h="16171967" w="16080703">
                <a:moveTo>
                  <a:pt x="0" y="0"/>
                </a:moveTo>
                <a:lnTo>
                  <a:pt x="16080703" y="0"/>
                </a:lnTo>
                <a:lnTo>
                  <a:pt x="16080703" y="16171968"/>
                </a:lnTo>
                <a:lnTo>
                  <a:pt x="0" y="161719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839789">
            <a:off x="653923" y="3155082"/>
            <a:ext cx="2674085" cy="1317594"/>
          </a:xfrm>
          <a:custGeom>
            <a:avLst/>
            <a:gdLst/>
            <a:ahLst/>
            <a:cxnLst/>
            <a:rect r="r" b="b" t="t" l="l"/>
            <a:pathLst>
              <a:path h="1317594" w="2674085">
                <a:moveTo>
                  <a:pt x="0" y="0"/>
                </a:moveTo>
                <a:lnTo>
                  <a:pt x="2674085" y="0"/>
                </a:lnTo>
                <a:lnTo>
                  <a:pt x="2674085" y="1317594"/>
                </a:lnTo>
                <a:lnTo>
                  <a:pt x="0" y="1317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990966" y="-457079"/>
            <a:ext cx="2562573" cy="4114800"/>
          </a:xfrm>
          <a:custGeom>
            <a:avLst/>
            <a:gdLst/>
            <a:ahLst/>
            <a:cxnLst/>
            <a:rect r="r" b="b" t="t" l="l"/>
            <a:pathLst>
              <a:path h="4114800" w="2562573">
                <a:moveTo>
                  <a:pt x="2562573" y="0"/>
                </a:moveTo>
                <a:lnTo>
                  <a:pt x="0" y="0"/>
                </a:lnTo>
                <a:lnTo>
                  <a:pt x="0" y="4114800"/>
                </a:lnTo>
                <a:lnTo>
                  <a:pt x="2562573" y="4114800"/>
                </a:lnTo>
                <a:lnTo>
                  <a:pt x="2562573"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816518">
            <a:off x="15496444" y="5439596"/>
            <a:ext cx="2674085" cy="1317594"/>
          </a:xfrm>
          <a:custGeom>
            <a:avLst/>
            <a:gdLst/>
            <a:ahLst/>
            <a:cxnLst/>
            <a:rect r="r" b="b" t="t" l="l"/>
            <a:pathLst>
              <a:path h="1317594" w="2674085">
                <a:moveTo>
                  <a:pt x="0" y="0"/>
                </a:moveTo>
                <a:lnTo>
                  <a:pt x="2674085" y="0"/>
                </a:lnTo>
                <a:lnTo>
                  <a:pt x="2674085" y="1317594"/>
                </a:lnTo>
                <a:lnTo>
                  <a:pt x="0" y="1317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272252" y="1829019"/>
            <a:ext cx="12794609" cy="6528046"/>
          </a:xfrm>
          <a:custGeom>
            <a:avLst/>
            <a:gdLst/>
            <a:ahLst/>
            <a:cxnLst/>
            <a:rect r="r" b="b" t="t" l="l"/>
            <a:pathLst>
              <a:path h="6528046" w="12794609">
                <a:moveTo>
                  <a:pt x="0" y="0"/>
                </a:moveTo>
                <a:lnTo>
                  <a:pt x="12794609" y="0"/>
                </a:lnTo>
                <a:lnTo>
                  <a:pt x="12794609" y="6528045"/>
                </a:lnTo>
                <a:lnTo>
                  <a:pt x="0" y="6528045"/>
                </a:lnTo>
                <a:lnTo>
                  <a:pt x="0" y="0"/>
                </a:lnTo>
                <a:close/>
              </a:path>
            </a:pathLst>
          </a:custGeom>
          <a:blipFill>
            <a:blip r:embed="rId8"/>
            <a:stretch>
              <a:fillRect l="0" t="0" r="0" b="0"/>
            </a:stretch>
          </a:blipFill>
        </p:spPr>
      </p:sp>
      <p:sp>
        <p:nvSpPr>
          <p:cNvPr name="Freeform 8" id="8"/>
          <p:cNvSpPr/>
          <p:nvPr/>
        </p:nvSpPr>
        <p:spPr>
          <a:xfrm flipH="false" flipV="false" rot="0">
            <a:off x="13562110" y="7204736"/>
            <a:ext cx="3530984" cy="2452429"/>
          </a:xfrm>
          <a:custGeom>
            <a:avLst/>
            <a:gdLst/>
            <a:ahLst/>
            <a:cxnLst/>
            <a:rect r="r" b="b" t="t" l="l"/>
            <a:pathLst>
              <a:path h="2452429" w="3530984">
                <a:moveTo>
                  <a:pt x="0" y="0"/>
                </a:moveTo>
                <a:lnTo>
                  <a:pt x="3530983" y="0"/>
                </a:lnTo>
                <a:lnTo>
                  <a:pt x="3530983" y="2452429"/>
                </a:lnTo>
                <a:lnTo>
                  <a:pt x="0" y="245242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7287250" y="552329"/>
            <a:ext cx="13005152" cy="1047993"/>
          </a:xfrm>
          <a:prstGeom prst="rect">
            <a:avLst/>
          </a:prstGeom>
        </p:spPr>
        <p:txBody>
          <a:bodyPr anchor="t" rtlCol="false" tIns="0" lIns="0" bIns="0" rIns="0">
            <a:spAutoFit/>
          </a:bodyPr>
          <a:lstStyle/>
          <a:p>
            <a:pPr algn="ctr" marL="0" indent="0" lvl="0">
              <a:lnSpc>
                <a:spcPts val="7964"/>
              </a:lnSpc>
              <a:spcBef>
                <a:spcPct val="0"/>
              </a:spcBef>
            </a:pPr>
            <a:r>
              <a:rPr lang="en-US" b="true" sz="7513">
                <a:solidFill>
                  <a:srgbClr val="2D304E"/>
                </a:solidFill>
                <a:latin typeface="Playpen Sans Bold"/>
                <a:ea typeface="Playpen Sans Bold"/>
                <a:cs typeface="Playpen Sans Bold"/>
                <a:sym typeface="Playpen Sans Bold"/>
              </a:rPr>
              <a:t>PROCESS FLOW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272081" y="-3015338"/>
            <a:ext cx="15118663" cy="15204467"/>
          </a:xfrm>
          <a:custGeom>
            <a:avLst/>
            <a:gdLst/>
            <a:ahLst/>
            <a:cxnLst/>
            <a:rect r="r" b="b" t="t" l="l"/>
            <a:pathLst>
              <a:path h="15204467" w="15118663">
                <a:moveTo>
                  <a:pt x="0" y="0"/>
                </a:moveTo>
                <a:lnTo>
                  <a:pt x="15118662" y="0"/>
                </a:lnTo>
                <a:lnTo>
                  <a:pt x="15118662" y="15204467"/>
                </a:lnTo>
                <a:lnTo>
                  <a:pt x="0" y="152044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542567" y="-1258114"/>
            <a:ext cx="13371355" cy="13447243"/>
          </a:xfrm>
          <a:custGeom>
            <a:avLst/>
            <a:gdLst/>
            <a:ahLst/>
            <a:cxnLst/>
            <a:rect r="r" b="b" t="t" l="l"/>
            <a:pathLst>
              <a:path h="13447243" w="13371355">
                <a:moveTo>
                  <a:pt x="0" y="0"/>
                </a:moveTo>
                <a:lnTo>
                  <a:pt x="13371355" y="0"/>
                </a:lnTo>
                <a:lnTo>
                  <a:pt x="13371355" y="13447243"/>
                </a:lnTo>
                <a:lnTo>
                  <a:pt x="0" y="134472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4215167">
            <a:off x="15757016" y="3341371"/>
            <a:ext cx="1502284" cy="1802129"/>
          </a:xfrm>
          <a:custGeom>
            <a:avLst/>
            <a:gdLst/>
            <a:ahLst/>
            <a:cxnLst/>
            <a:rect r="r" b="b" t="t" l="l"/>
            <a:pathLst>
              <a:path h="1802129" w="1502284">
                <a:moveTo>
                  <a:pt x="0" y="0"/>
                </a:moveTo>
                <a:lnTo>
                  <a:pt x="1502284" y="0"/>
                </a:lnTo>
                <a:lnTo>
                  <a:pt x="1502284" y="1802129"/>
                </a:lnTo>
                <a:lnTo>
                  <a:pt x="0" y="18021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8676322" y="4451985"/>
            <a:ext cx="1407795" cy="1640205"/>
            <a:chOff x="0" y="0"/>
            <a:chExt cx="1877060" cy="2186940"/>
          </a:xfrm>
        </p:grpSpPr>
        <p:sp>
          <p:nvSpPr>
            <p:cNvPr name="Freeform 6" id="6"/>
            <p:cNvSpPr/>
            <p:nvPr/>
          </p:nvSpPr>
          <p:spPr>
            <a:xfrm flipH="false" flipV="false" rot="0">
              <a:off x="50640" y="45720"/>
              <a:ext cx="1786215" cy="2105531"/>
            </a:xfrm>
            <a:custGeom>
              <a:avLst/>
              <a:gdLst/>
              <a:ahLst/>
              <a:cxnLst/>
              <a:rect r="r" b="b" t="t" l="l"/>
              <a:pathLst>
                <a:path h="2105531" w="1786215">
                  <a:moveTo>
                    <a:pt x="1072040" y="2039620"/>
                  </a:moveTo>
                  <a:cubicBezTo>
                    <a:pt x="1606710" y="2016760"/>
                    <a:pt x="1605440" y="1990090"/>
                    <a:pt x="1621950" y="1955800"/>
                  </a:cubicBezTo>
                  <a:cubicBezTo>
                    <a:pt x="1646080" y="1901190"/>
                    <a:pt x="1676560" y="1809750"/>
                    <a:pt x="1693070" y="1736090"/>
                  </a:cubicBezTo>
                  <a:cubicBezTo>
                    <a:pt x="1709580" y="1664970"/>
                    <a:pt x="1714660" y="1609090"/>
                    <a:pt x="1721010" y="1518920"/>
                  </a:cubicBezTo>
                  <a:cubicBezTo>
                    <a:pt x="1731170" y="1367790"/>
                    <a:pt x="1742600" y="1092200"/>
                    <a:pt x="1724820" y="916940"/>
                  </a:cubicBezTo>
                  <a:cubicBezTo>
                    <a:pt x="1709580" y="778510"/>
                    <a:pt x="1670210" y="645160"/>
                    <a:pt x="1644810" y="551180"/>
                  </a:cubicBezTo>
                  <a:cubicBezTo>
                    <a:pt x="1628300" y="491490"/>
                    <a:pt x="1606710" y="452120"/>
                    <a:pt x="1596550" y="405130"/>
                  </a:cubicBezTo>
                  <a:cubicBezTo>
                    <a:pt x="1588930" y="363220"/>
                    <a:pt x="1595280" y="322580"/>
                    <a:pt x="1587660" y="283210"/>
                  </a:cubicBezTo>
                  <a:cubicBezTo>
                    <a:pt x="1580040" y="245110"/>
                    <a:pt x="1566070" y="203200"/>
                    <a:pt x="1550830" y="168910"/>
                  </a:cubicBezTo>
                  <a:cubicBezTo>
                    <a:pt x="1538130" y="140970"/>
                    <a:pt x="1526700" y="111760"/>
                    <a:pt x="1507650" y="92710"/>
                  </a:cubicBezTo>
                  <a:cubicBezTo>
                    <a:pt x="1492410" y="76200"/>
                    <a:pt x="1480980" y="67310"/>
                    <a:pt x="1449230" y="58420"/>
                  </a:cubicBezTo>
                  <a:cubicBezTo>
                    <a:pt x="1356520" y="33020"/>
                    <a:pt x="1056800" y="40640"/>
                    <a:pt x="856140" y="55880"/>
                  </a:cubicBezTo>
                  <a:cubicBezTo>
                    <a:pt x="647860" y="72390"/>
                    <a:pt x="371000" y="147320"/>
                    <a:pt x="219870" y="160020"/>
                  </a:cubicBezTo>
                  <a:cubicBezTo>
                    <a:pt x="136050" y="167640"/>
                    <a:pt x="58580" y="177800"/>
                    <a:pt x="25560" y="163830"/>
                  </a:cubicBezTo>
                  <a:cubicBezTo>
                    <a:pt x="10320" y="157480"/>
                    <a:pt x="160" y="144780"/>
                    <a:pt x="160" y="135890"/>
                  </a:cubicBezTo>
                  <a:cubicBezTo>
                    <a:pt x="160" y="128270"/>
                    <a:pt x="11590" y="115570"/>
                    <a:pt x="19210" y="113030"/>
                  </a:cubicBezTo>
                  <a:cubicBezTo>
                    <a:pt x="26830" y="110490"/>
                    <a:pt x="38260" y="114300"/>
                    <a:pt x="43340" y="119380"/>
                  </a:cubicBezTo>
                  <a:cubicBezTo>
                    <a:pt x="48420" y="125730"/>
                    <a:pt x="50960" y="142240"/>
                    <a:pt x="47150" y="149860"/>
                  </a:cubicBezTo>
                  <a:cubicBezTo>
                    <a:pt x="44610" y="156210"/>
                    <a:pt x="34450" y="163830"/>
                    <a:pt x="28100" y="162560"/>
                  </a:cubicBezTo>
                  <a:cubicBezTo>
                    <a:pt x="19210" y="162560"/>
                    <a:pt x="1430" y="147320"/>
                    <a:pt x="160" y="139700"/>
                  </a:cubicBezTo>
                  <a:cubicBezTo>
                    <a:pt x="-1110" y="130810"/>
                    <a:pt x="5240" y="120650"/>
                    <a:pt x="16670" y="114300"/>
                  </a:cubicBezTo>
                  <a:cubicBezTo>
                    <a:pt x="54770" y="92710"/>
                    <a:pt x="205900" y="110490"/>
                    <a:pt x="321470" y="97790"/>
                  </a:cubicBezTo>
                  <a:cubicBezTo>
                    <a:pt x="475140" y="81280"/>
                    <a:pt x="692310" y="19050"/>
                    <a:pt x="856140" y="5080"/>
                  </a:cubicBezTo>
                  <a:cubicBezTo>
                    <a:pt x="994570" y="-6350"/>
                    <a:pt x="1129190" y="5080"/>
                    <a:pt x="1239680" y="5080"/>
                  </a:cubicBezTo>
                  <a:cubicBezTo>
                    <a:pt x="1323500" y="6350"/>
                    <a:pt x="1417480" y="0"/>
                    <a:pt x="1459390" y="8890"/>
                  </a:cubicBezTo>
                  <a:cubicBezTo>
                    <a:pt x="1477170" y="12700"/>
                    <a:pt x="1482250" y="15240"/>
                    <a:pt x="1494950" y="22860"/>
                  </a:cubicBezTo>
                  <a:cubicBezTo>
                    <a:pt x="1512730" y="33020"/>
                    <a:pt x="1534320" y="45720"/>
                    <a:pt x="1553370" y="71120"/>
                  </a:cubicBezTo>
                  <a:cubicBezTo>
                    <a:pt x="1583850" y="113030"/>
                    <a:pt x="1621950" y="209550"/>
                    <a:pt x="1637190" y="271780"/>
                  </a:cubicBezTo>
                  <a:cubicBezTo>
                    <a:pt x="1648620" y="320040"/>
                    <a:pt x="1639730" y="361950"/>
                    <a:pt x="1648620" y="407670"/>
                  </a:cubicBezTo>
                  <a:cubicBezTo>
                    <a:pt x="1658780" y="453390"/>
                    <a:pt x="1679100" y="487680"/>
                    <a:pt x="1695610" y="546100"/>
                  </a:cubicBezTo>
                  <a:cubicBezTo>
                    <a:pt x="1721010" y="638810"/>
                    <a:pt x="1760380" y="773430"/>
                    <a:pt x="1775620" y="916940"/>
                  </a:cubicBezTo>
                  <a:cubicBezTo>
                    <a:pt x="1794670" y="1111250"/>
                    <a:pt x="1785780" y="1436370"/>
                    <a:pt x="1766730" y="1607820"/>
                  </a:cubicBezTo>
                  <a:cubicBezTo>
                    <a:pt x="1755300" y="1709420"/>
                    <a:pt x="1733710" y="1783080"/>
                    <a:pt x="1714660" y="1850390"/>
                  </a:cubicBezTo>
                  <a:cubicBezTo>
                    <a:pt x="1699420" y="1899920"/>
                    <a:pt x="1685450" y="1939290"/>
                    <a:pt x="1666400" y="1977390"/>
                  </a:cubicBezTo>
                  <a:cubicBezTo>
                    <a:pt x="1649890" y="2014220"/>
                    <a:pt x="1628300" y="2059940"/>
                    <a:pt x="1609250" y="2076450"/>
                  </a:cubicBezTo>
                  <a:cubicBezTo>
                    <a:pt x="1597820" y="2085340"/>
                    <a:pt x="1594010" y="2086610"/>
                    <a:pt x="1576230" y="2089150"/>
                  </a:cubicBezTo>
                  <a:cubicBezTo>
                    <a:pt x="1507650" y="2103120"/>
                    <a:pt x="1131730" y="2117090"/>
                    <a:pt x="1072040" y="2090420"/>
                  </a:cubicBezTo>
                  <a:cubicBezTo>
                    <a:pt x="1055530" y="2082800"/>
                    <a:pt x="1046640" y="2070100"/>
                    <a:pt x="1046640" y="2061210"/>
                  </a:cubicBezTo>
                  <a:cubicBezTo>
                    <a:pt x="1046640" y="2053590"/>
                    <a:pt x="1072040" y="2039620"/>
                    <a:pt x="1072040" y="2039620"/>
                  </a:cubicBezTo>
                </a:path>
              </a:pathLst>
            </a:custGeom>
            <a:solidFill>
              <a:srgbClr val="091B30"/>
            </a:solidFill>
            <a:ln cap="sq">
              <a:noFill/>
              <a:prstDash val="solid"/>
              <a:miter/>
            </a:ln>
          </p:spPr>
        </p:sp>
      </p:grpSp>
      <p:grpSp>
        <p:nvGrpSpPr>
          <p:cNvPr name="Group 7" id="7"/>
          <p:cNvGrpSpPr/>
          <p:nvPr/>
        </p:nvGrpSpPr>
        <p:grpSpPr>
          <a:xfrm rot="0">
            <a:off x="8600122" y="4436745"/>
            <a:ext cx="271462" cy="343853"/>
            <a:chOff x="0" y="0"/>
            <a:chExt cx="361950" cy="458470"/>
          </a:xfrm>
        </p:grpSpPr>
        <p:sp>
          <p:nvSpPr>
            <p:cNvPr name="Freeform 8" id="8"/>
            <p:cNvSpPr/>
            <p:nvPr/>
          </p:nvSpPr>
          <p:spPr>
            <a:xfrm flipH="false" flipV="false" rot="0">
              <a:off x="46038" y="49327"/>
              <a:ext cx="264086" cy="358373"/>
            </a:xfrm>
            <a:custGeom>
              <a:avLst/>
              <a:gdLst/>
              <a:ahLst/>
              <a:cxnLst/>
              <a:rect r="r" b="b" t="t" l="l"/>
              <a:pathLst>
                <a:path h="358373" w="264086">
                  <a:moveTo>
                    <a:pt x="154622" y="45923"/>
                  </a:moveTo>
                  <a:cubicBezTo>
                    <a:pt x="45402" y="144983"/>
                    <a:pt x="86042" y="184353"/>
                    <a:pt x="113982" y="213563"/>
                  </a:cubicBezTo>
                  <a:cubicBezTo>
                    <a:pt x="149542" y="250393"/>
                    <a:pt x="237172" y="289763"/>
                    <a:pt x="254952" y="313893"/>
                  </a:cubicBezTo>
                  <a:cubicBezTo>
                    <a:pt x="261302" y="322783"/>
                    <a:pt x="265112" y="329133"/>
                    <a:pt x="263842" y="335483"/>
                  </a:cubicBezTo>
                  <a:cubicBezTo>
                    <a:pt x="262572" y="343103"/>
                    <a:pt x="256222" y="351993"/>
                    <a:pt x="249872" y="355803"/>
                  </a:cubicBezTo>
                  <a:cubicBezTo>
                    <a:pt x="243522" y="358343"/>
                    <a:pt x="232092" y="358343"/>
                    <a:pt x="227012" y="355803"/>
                  </a:cubicBezTo>
                  <a:cubicBezTo>
                    <a:pt x="220662" y="351993"/>
                    <a:pt x="214312" y="341833"/>
                    <a:pt x="213042" y="335483"/>
                  </a:cubicBezTo>
                  <a:cubicBezTo>
                    <a:pt x="213042" y="327863"/>
                    <a:pt x="216852" y="317703"/>
                    <a:pt x="221932" y="313893"/>
                  </a:cubicBezTo>
                  <a:cubicBezTo>
                    <a:pt x="228282" y="308813"/>
                    <a:pt x="246062" y="307543"/>
                    <a:pt x="252412" y="312623"/>
                  </a:cubicBezTo>
                  <a:cubicBezTo>
                    <a:pt x="260032" y="316433"/>
                    <a:pt x="265112" y="332943"/>
                    <a:pt x="262572" y="341833"/>
                  </a:cubicBezTo>
                  <a:cubicBezTo>
                    <a:pt x="260032" y="349453"/>
                    <a:pt x="248602" y="358343"/>
                    <a:pt x="237172" y="358343"/>
                  </a:cubicBezTo>
                  <a:cubicBezTo>
                    <a:pt x="211772" y="359613"/>
                    <a:pt x="152082" y="320243"/>
                    <a:pt x="115252" y="287223"/>
                  </a:cubicBezTo>
                  <a:cubicBezTo>
                    <a:pt x="73342" y="250393"/>
                    <a:pt x="16192" y="176733"/>
                    <a:pt x="4762" y="142443"/>
                  </a:cubicBezTo>
                  <a:cubicBezTo>
                    <a:pt x="-1588" y="124663"/>
                    <a:pt x="-1588" y="114503"/>
                    <a:pt x="4762" y="100533"/>
                  </a:cubicBezTo>
                  <a:cubicBezTo>
                    <a:pt x="17462" y="73863"/>
                    <a:pt x="74612" y="30683"/>
                    <a:pt x="103822" y="15443"/>
                  </a:cubicBezTo>
                  <a:cubicBezTo>
                    <a:pt x="122872" y="5283"/>
                    <a:pt x="144462" y="-3607"/>
                    <a:pt x="155892" y="1473"/>
                  </a:cubicBezTo>
                  <a:cubicBezTo>
                    <a:pt x="163512" y="5283"/>
                    <a:pt x="168592" y="19253"/>
                    <a:pt x="168592" y="26873"/>
                  </a:cubicBezTo>
                  <a:cubicBezTo>
                    <a:pt x="167322" y="34493"/>
                    <a:pt x="154622" y="45923"/>
                    <a:pt x="154622" y="45923"/>
                  </a:cubicBezTo>
                </a:path>
              </a:pathLst>
            </a:custGeom>
            <a:solidFill>
              <a:srgbClr val="091B30"/>
            </a:solidFill>
            <a:ln cap="sq">
              <a:noFill/>
              <a:prstDash val="solid"/>
              <a:miter/>
            </a:ln>
          </p:spPr>
        </p:sp>
      </p:grpSp>
      <p:grpSp>
        <p:nvGrpSpPr>
          <p:cNvPr name="Group 9" id="9"/>
          <p:cNvGrpSpPr/>
          <p:nvPr/>
        </p:nvGrpSpPr>
        <p:grpSpPr>
          <a:xfrm rot="0">
            <a:off x="10808018" y="2819400"/>
            <a:ext cx="266700" cy="114300"/>
            <a:chOff x="0" y="0"/>
            <a:chExt cx="355600" cy="152400"/>
          </a:xfrm>
        </p:grpSpPr>
        <p:sp>
          <p:nvSpPr>
            <p:cNvPr name="Freeform 10" id="10"/>
            <p:cNvSpPr/>
            <p:nvPr/>
          </p:nvSpPr>
          <p:spPr>
            <a:xfrm flipH="false" flipV="false" rot="0">
              <a:off x="50800" y="50800"/>
              <a:ext cx="252730" cy="62230"/>
            </a:xfrm>
            <a:custGeom>
              <a:avLst/>
              <a:gdLst/>
              <a:ahLst/>
              <a:cxnLst/>
              <a:rect r="r" b="b" t="t" l="l"/>
              <a:pathLst>
                <a:path h="62230" w="252730">
                  <a:moveTo>
                    <a:pt x="25400" y="0"/>
                  </a:moveTo>
                  <a:cubicBezTo>
                    <a:pt x="247650" y="10160"/>
                    <a:pt x="254000" y="26670"/>
                    <a:pt x="251460" y="35560"/>
                  </a:cubicBezTo>
                  <a:cubicBezTo>
                    <a:pt x="248920" y="43180"/>
                    <a:pt x="233680" y="52070"/>
                    <a:pt x="224790" y="50800"/>
                  </a:cubicBezTo>
                  <a:cubicBezTo>
                    <a:pt x="217170" y="50800"/>
                    <a:pt x="204470" y="38100"/>
                    <a:pt x="203200" y="30480"/>
                  </a:cubicBezTo>
                  <a:cubicBezTo>
                    <a:pt x="200660" y="22860"/>
                    <a:pt x="205740" y="12700"/>
                    <a:pt x="210820" y="7620"/>
                  </a:cubicBezTo>
                  <a:cubicBezTo>
                    <a:pt x="215900" y="2540"/>
                    <a:pt x="226060" y="-1270"/>
                    <a:pt x="233680" y="1270"/>
                  </a:cubicBezTo>
                  <a:cubicBezTo>
                    <a:pt x="241300" y="3810"/>
                    <a:pt x="252730" y="16510"/>
                    <a:pt x="252730" y="24130"/>
                  </a:cubicBezTo>
                  <a:cubicBezTo>
                    <a:pt x="252730" y="33020"/>
                    <a:pt x="242570" y="44450"/>
                    <a:pt x="227330" y="50800"/>
                  </a:cubicBezTo>
                  <a:cubicBezTo>
                    <a:pt x="193040" y="66040"/>
                    <a:pt x="59690" y="66040"/>
                    <a:pt x="25400" y="50800"/>
                  </a:cubicBezTo>
                  <a:cubicBezTo>
                    <a:pt x="11430" y="44450"/>
                    <a:pt x="0" y="31750"/>
                    <a:pt x="0" y="22860"/>
                  </a:cubicBezTo>
                  <a:cubicBezTo>
                    <a:pt x="1270" y="15240"/>
                    <a:pt x="25400" y="0"/>
                    <a:pt x="25400" y="0"/>
                  </a:cubicBezTo>
                </a:path>
              </a:pathLst>
            </a:custGeom>
            <a:solidFill>
              <a:srgbClr val="091B30"/>
            </a:solidFill>
            <a:ln cap="sq">
              <a:noFill/>
              <a:prstDash val="solid"/>
              <a:miter/>
            </a:ln>
          </p:spPr>
        </p:sp>
      </p:grpSp>
      <p:sp>
        <p:nvSpPr>
          <p:cNvPr name="Freeform 11" id="11"/>
          <p:cNvSpPr/>
          <p:nvPr/>
        </p:nvSpPr>
        <p:spPr>
          <a:xfrm flipH="false" flipV="false" rot="0">
            <a:off x="2689514" y="2149226"/>
            <a:ext cx="12367735" cy="6854988"/>
          </a:xfrm>
          <a:custGeom>
            <a:avLst/>
            <a:gdLst/>
            <a:ahLst/>
            <a:cxnLst/>
            <a:rect r="r" b="b" t="t" l="l"/>
            <a:pathLst>
              <a:path h="6854988" w="12367735">
                <a:moveTo>
                  <a:pt x="0" y="0"/>
                </a:moveTo>
                <a:lnTo>
                  <a:pt x="12367735" y="0"/>
                </a:lnTo>
                <a:lnTo>
                  <a:pt x="12367735" y="6854987"/>
                </a:lnTo>
                <a:lnTo>
                  <a:pt x="0" y="6854987"/>
                </a:lnTo>
                <a:lnTo>
                  <a:pt x="0" y="0"/>
                </a:lnTo>
                <a:close/>
              </a:path>
            </a:pathLst>
          </a:custGeom>
          <a:blipFill>
            <a:blip r:embed="rId6"/>
            <a:stretch>
              <a:fillRect l="-18384" t="0" r="-25862" b="0"/>
            </a:stretch>
          </a:blipFill>
        </p:spPr>
      </p:sp>
      <p:sp>
        <p:nvSpPr>
          <p:cNvPr name="Freeform 12" id="12"/>
          <p:cNvSpPr/>
          <p:nvPr/>
        </p:nvSpPr>
        <p:spPr>
          <a:xfrm flipH="false" flipV="false" rot="0">
            <a:off x="2689514" y="2095656"/>
            <a:ext cx="12367735" cy="7351684"/>
          </a:xfrm>
          <a:custGeom>
            <a:avLst/>
            <a:gdLst/>
            <a:ahLst/>
            <a:cxnLst/>
            <a:rect r="r" b="b" t="t" l="l"/>
            <a:pathLst>
              <a:path h="7351684" w="12367735">
                <a:moveTo>
                  <a:pt x="0" y="0"/>
                </a:moveTo>
                <a:lnTo>
                  <a:pt x="12367735" y="0"/>
                </a:lnTo>
                <a:lnTo>
                  <a:pt x="12367735" y="7351684"/>
                </a:lnTo>
                <a:lnTo>
                  <a:pt x="0" y="7351684"/>
                </a:lnTo>
                <a:lnTo>
                  <a:pt x="0" y="0"/>
                </a:lnTo>
                <a:close/>
              </a:path>
            </a:pathLst>
          </a:custGeom>
          <a:blipFill>
            <a:blip r:embed="rId7"/>
            <a:stretch>
              <a:fillRect l="0" t="0" r="0" b="0"/>
            </a:stretch>
          </a:blipFill>
        </p:spPr>
      </p:sp>
      <p:sp>
        <p:nvSpPr>
          <p:cNvPr name="Freeform 13" id="13"/>
          <p:cNvSpPr/>
          <p:nvPr/>
        </p:nvSpPr>
        <p:spPr>
          <a:xfrm flipH="false" flipV="false" rot="715520">
            <a:off x="2528829" y="873594"/>
            <a:ext cx="1609615" cy="2551263"/>
          </a:xfrm>
          <a:custGeom>
            <a:avLst/>
            <a:gdLst/>
            <a:ahLst/>
            <a:cxnLst/>
            <a:rect r="r" b="b" t="t" l="l"/>
            <a:pathLst>
              <a:path h="2551263" w="1609615">
                <a:moveTo>
                  <a:pt x="0" y="0"/>
                </a:moveTo>
                <a:lnTo>
                  <a:pt x="1609615" y="0"/>
                </a:lnTo>
                <a:lnTo>
                  <a:pt x="1609615" y="2551263"/>
                </a:lnTo>
                <a:lnTo>
                  <a:pt x="0" y="25512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3538" y="7025549"/>
            <a:ext cx="5706105" cy="3734905"/>
          </a:xfrm>
          <a:custGeom>
            <a:avLst/>
            <a:gdLst/>
            <a:ahLst/>
            <a:cxnLst/>
            <a:rect r="r" b="b" t="t" l="l"/>
            <a:pathLst>
              <a:path h="3734905" w="5706105">
                <a:moveTo>
                  <a:pt x="0" y="0"/>
                </a:moveTo>
                <a:lnTo>
                  <a:pt x="5706105" y="0"/>
                </a:lnTo>
                <a:lnTo>
                  <a:pt x="5706105" y="3734905"/>
                </a:lnTo>
                <a:lnTo>
                  <a:pt x="0" y="37349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7287250" y="552329"/>
            <a:ext cx="13005152" cy="1047993"/>
          </a:xfrm>
          <a:prstGeom prst="rect">
            <a:avLst/>
          </a:prstGeom>
        </p:spPr>
        <p:txBody>
          <a:bodyPr anchor="t" rtlCol="false" tIns="0" lIns="0" bIns="0" rIns="0">
            <a:spAutoFit/>
          </a:bodyPr>
          <a:lstStyle/>
          <a:p>
            <a:pPr algn="ctr" marL="0" indent="0" lvl="0">
              <a:lnSpc>
                <a:spcPts val="7964"/>
              </a:lnSpc>
              <a:spcBef>
                <a:spcPct val="0"/>
              </a:spcBef>
            </a:pPr>
            <a:r>
              <a:rPr lang="en-US" b="true" sz="7513">
                <a:solidFill>
                  <a:srgbClr val="2D304E"/>
                </a:solidFill>
                <a:latin typeface="Playpen Sans Bold"/>
                <a:ea typeface="Playpen Sans Bold"/>
                <a:cs typeface="Playpen Sans Bold"/>
                <a:sym typeface="Playpen Sans Bold"/>
              </a:rPr>
              <a:t>PROCESS FLOW</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276252" y="-3821616"/>
            <a:ext cx="15127004" cy="15212855"/>
          </a:xfrm>
          <a:custGeom>
            <a:avLst/>
            <a:gdLst/>
            <a:ahLst/>
            <a:cxnLst/>
            <a:rect r="r" b="b" t="t" l="l"/>
            <a:pathLst>
              <a:path h="15212855" w="15127004">
                <a:moveTo>
                  <a:pt x="0" y="0"/>
                </a:moveTo>
                <a:lnTo>
                  <a:pt x="15127004" y="0"/>
                </a:lnTo>
                <a:lnTo>
                  <a:pt x="15127004" y="15212855"/>
                </a:lnTo>
                <a:lnTo>
                  <a:pt x="0" y="15212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53735" y="-1838245"/>
            <a:ext cx="13154825" cy="13229484"/>
          </a:xfrm>
          <a:custGeom>
            <a:avLst/>
            <a:gdLst/>
            <a:ahLst/>
            <a:cxnLst/>
            <a:rect r="r" b="b" t="t" l="l"/>
            <a:pathLst>
              <a:path h="13229484" w="13154825">
                <a:moveTo>
                  <a:pt x="0" y="0"/>
                </a:moveTo>
                <a:lnTo>
                  <a:pt x="13154826" y="0"/>
                </a:lnTo>
                <a:lnTo>
                  <a:pt x="13154826" y="13229484"/>
                </a:lnTo>
                <a:lnTo>
                  <a:pt x="0" y="132294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131368" y="552329"/>
            <a:ext cx="13005152" cy="1047993"/>
          </a:xfrm>
          <a:prstGeom prst="rect">
            <a:avLst/>
          </a:prstGeom>
        </p:spPr>
        <p:txBody>
          <a:bodyPr anchor="t" rtlCol="false" tIns="0" lIns="0" bIns="0" rIns="0">
            <a:spAutoFit/>
          </a:bodyPr>
          <a:lstStyle/>
          <a:p>
            <a:pPr algn="ctr" marL="0" indent="0" lvl="0">
              <a:lnSpc>
                <a:spcPts val="7964"/>
              </a:lnSpc>
              <a:spcBef>
                <a:spcPct val="0"/>
              </a:spcBef>
            </a:pPr>
            <a:r>
              <a:rPr lang="en-US" b="true" sz="7513">
                <a:solidFill>
                  <a:srgbClr val="2D304E"/>
                </a:solidFill>
                <a:latin typeface="Playpen Sans Bold"/>
                <a:ea typeface="Playpen Sans Bold"/>
                <a:cs typeface="Playpen Sans Bold"/>
                <a:sym typeface="Playpen Sans Bold"/>
              </a:rPr>
              <a:t>PROCESS FLOW</a:t>
            </a:r>
          </a:p>
        </p:txBody>
      </p:sp>
      <p:sp>
        <p:nvSpPr>
          <p:cNvPr name="Freeform 5" id="5"/>
          <p:cNvSpPr/>
          <p:nvPr/>
        </p:nvSpPr>
        <p:spPr>
          <a:xfrm flipH="false" flipV="false" rot="0">
            <a:off x="17259300" y="-943938"/>
            <a:ext cx="2593409" cy="2802033"/>
          </a:xfrm>
          <a:custGeom>
            <a:avLst/>
            <a:gdLst/>
            <a:ahLst/>
            <a:cxnLst/>
            <a:rect r="r" b="b" t="t" l="l"/>
            <a:pathLst>
              <a:path h="2802033" w="2593409">
                <a:moveTo>
                  <a:pt x="0" y="0"/>
                </a:moveTo>
                <a:lnTo>
                  <a:pt x="2593409" y="0"/>
                </a:lnTo>
                <a:lnTo>
                  <a:pt x="2593409" y="2802033"/>
                </a:lnTo>
                <a:lnTo>
                  <a:pt x="0" y="2802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450533">
            <a:off x="16358022" y="3044860"/>
            <a:ext cx="1832057" cy="1618872"/>
          </a:xfrm>
          <a:custGeom>
            <a:avLst/>
            <a:gdLst/>
            <a:ahLst/>
            <a:cxnLst/>
            <a:rect r="r" b="b" t="t" l="l"/>
            <a:pathLst>
              <a:path h="1618872" w="1832057">
                <a:moveTo>
                  <a:pt x="0" y="0"/>
                </a:moveTo>
                <a:lnTo>
                  <a:pt x="1832056" y="0"/>
                </a:lnTo>
                <a:lnTo>
                  <a:pt x="1832056" y="1618872"/>
                </a:lnTo>
                <a:lnTo>
                  <a:pt x="0" y="1618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951713">
            <a:off x="8642557" y="-554282"/>
            <a:ext cx="1204269" cy="2266367"/>
          </a:xfrm>
          <a:custGeom>
            <a:avLst/>
            <a:gdLst/>
            <a:ahLst/>
            <a:cxnLst/>
            <a:rect r="r" b="b" t="t" l="l"/>
            <a:pathLst>
              <a:path h="2266367" w="1204269">
                <a:moveTo>
                  <a:pt x="0" y="0"/>
                </a:moveTo>
                <a:lnTo>
                  <a:pt x="1204269" y="0"/>
                </a:lnTo>
                <a:lnTo>
                  <a:pt x="1204269" y="2266367"/>
                </a:lnTo>
                <a:lnTo>
                  <a:pt x="0" y="22663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4215167">
            <a:off x="2509085" y="7915920"/>
            <a:ext cx="1502284" cy="1802129"/>
          </a:xfrm>
          <a:custGeom>
            <a:avLst/>
            <a:gdLst/>
            <a:ahLst/>
            <a:cxnLst/>
            <a:rect r="r" b="b" t="t" l="l"/>
            <a:pathLst>
              <a:path h="1802129" w="1502284">
                <a:moveTo>
                  <a:pt x="0" y="0"/>
                </a:moveTo>
                <a:lnTo>
                  <a:pt x="1502284" y="0"/>
                </a:lnTo>
                <a:lnTo>
                  <a:pt x="1502284" y="1802129"/>
                </a:lnTo>
                <a:lnTo>
                  <a:pt x="0" y="18021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0">
            <a:off x="8552498" y="4674870"/>
            <a:ext cx="461962" cy="436245"/>
            <a:chOff x="0" y="0"/>
            <a:chExt cx="615950" cy="581660"/>
          </a:xfrm>
        </p:grpSpPr>
        <p:sp>
          <p:nvSpPr>
            <p:cNvPr name="Freeform 10" id="10"/>
            <p:cNvSpPr/>
            <p:nvPr/>
          </p:nvSpPr>
          <p:spPr>
            <a:xfrm flipH="false" flipV="false" rot="0">
              <a:off x="44620" y="46557"/>
              <a:ext cx="521708" cy="489826"/>
            </a:xfrm>
            <a:custGeom>
              <a:avLst/>
              <a:gdLst/>
              <a:ahLst/>
              <a:cxnLst/>
              <a:rect r="r" b="b" t="t" l="l"/>
              <a:pathLst>
                <a:path h="489826" w="521708">
                  <a:moveTo>
                    <a:pt x="232240" y="103303"/>
                  </a:moveTo>
                  <a:cubicBezTo>
                    <a:pt x="102700" y="133783"/>
                    <a:pt x="109050" y="289993"/>
                    <a:pt x="126830" y="339523"/>
                  </a:cubicBezTo>
                  <a:cubicBezTo>
                    <a:pt x="135720" y="367463"/>
                    <a:pt x="153500" y="381433"/>
                    <a:pt x="172550" y="395403"/>
                  </a:cubicBezTo>
                  <a:cubicBezTo>
                    <a:pt x="192870" y="410643"/>
                    <a:pt x="217000" y="423343"/>
                    <a:pt x="243670" y="429693"/>
                  </a:cubicBezTo>
                  <a:cubicBezTo>
                    <a:pt x="275420" y="437313"/>
                    <a:pt x="323680" y="442393"/>
                    <a:pt x="352890" y="432233"/>
                  </a:cubicBezTo>
                  <a:cubicBezTo>
                    <a:pt x="375750" y="425883"/>
                    <a:pt x="390990" y="411913"/>
                    <a:pt x="407500" y="390323"/>
                  </a:cubicBezTo>
                  <a:cubicBezTo>
                    <a:pt x="430360" y="361113"/>
                    <a:pt x="454490" y="300153"/>
                    <a:pt x="464650" y="256973"/>
                  </a:cubicBezTo>
                  <a:cubicBezTo>
                    <a:pt x="474810" y="217603"/>
                    <a:pt x="478620" y="165533"/>
                    <a:pt x="472270" y="142673"/>
                  </a:cubicBezTo>
                  <a:cubicBezTo>
                    <a:pt x="469730" y="129973"/>
                    <a:pt x="464650" y="122353"/>
                    <a:pt x="455760" y="117273"/>
                  </a:cubicBezTo>
                  <a:cubicBezTo>
                    <a:pt x="446870" y="110923"/>
                    <a:pt x="431630" y="118543"/>
                    <a:pt x="417660" y="113463"/>
                  </a:cubicBezTo>
                  <a:cubicBezTo>
                    <a:pt x="399880" y="105843"/>
                    <a:pt x="382100" y="79173"/>
                    <a:pt x="357970" y="70283"/>
                  </a:cubicBezTo>
                  <a:cubicBezTo>
                    <a:pt x="330030" y="58853"/>
                    <a:pt x="294470" y="58853"/>
                    <a:pt x="253830" y="56313"/>
                  </a:cubicBezTo>
                  <a:cubicBezTo>
                    <a:pt x="196680" y="53773"/>
                    <a:pt x="78570" y="27103"/>
                    <a:pt x="49360" y="60123"/>
                  </a:cubicBezTo>
                  <a:cubicBezTo>
                    <a:pt x="22690" y="89333"/>
                    <a:pt x="50630" y="179503"/>
                    <a:pt x="60790" y="221413"/>
                  </a:cubicBezTo>
                  <a:cubicBezTo>
                    <a:pt x="67140" y="249353"/>
                    <a:pt x="76030" y="265863"/>
                    <a:pt x="90000" y="289993"/>
                  </a:cubicBezTo>
                  <a:cubicBezTo>
                    <a:pt x="109050" y="324283"/>
                    <a:pt x="139530" y="378893"/>
                    <a:pt x="168740" y="404293"/>
                  </a:cubicBezTo>
                  <a:cubicBezTo>
                    <a:pt x="189060" y="420803"/>
                    <a:pt x="208110" y="429693"/>
                    <a:pt x="233510" y="434773"/>
                  </a:cubicBezTo>
                  <a:cubicBezTo>
                    <a:pt x="263990" y="442393"/>
                    <a:pt x="309710" y="444933"/>
                    <a:pt x="338920" y="433503"/>
                  </a:cubicBezTo>
                  <a:cubicBezTo>
                    <a:pt x="365590" y="422073"/>
                    <a:pt x="389720" y="394133"/>
                    <a:pt x="404960" y="372543"/>
                  </a:cubicBezTo>
                  <a:cubicBezTo>
                    <a:pt x="418930" y="352223"/>
                    <a:pt x="426550" y="333173"/>
                    <a:pt x="430360" y="307773"/>
                  </a:cubicBezTo>
                  <a:cubicBezTo>
                    <a:pt x="435440" y="277293"/>
                    <a:pt x="435440" y="227763"/>
                    <a:pt x="424010" y="198553"/>
                  </a:cubicBezTo>
                  <a:cubicBezTo>
                    <a:pt x="415120" y="175693"/>
                    <a:pt x="396070" y="157913"/>
                    <a:pt x="379560" y="143943"/>
                  </a:cubicBezTo>
                  <a:cubicBezTo>
                    <a:pt x="364320" y="131243"/>
                    <a:pt x="349080" y="123623"/>
                    <a:pt x="331300" y="116003"/>
                  </a:cubicBezTo>
                  <a:cubicBezTo>
                    <a:pt x="313520" y="107113"/>
                    <a:pt x="297010" y="98223"/>
                    <a:pt x="270340" y="93143"/>
                  </a:cubicBezTo>
                  <a:cubicBezTo>
                    <a:pt x="225890" y="86793"/>
                    <a:pt x="105240" y="118543"/>
                    <a:pt x="78570" y="100763"/>
                  </a:cubicBezTo>
                  <a:cubicBezTo>
                    <a:pt x="67140" y="93143"/>
                    <a:pt x="63330" y="74093"/>
                    <a:pt x="67140" y="66473"/>
                  </a:cubicBezTo>
                  <a:cubicBezTo>
                    <a:pt x="69680" y="58853"/>
                    <a:pt x="87460" y="49963"/>
                    <a:pt x="95080" y="52503"/>
                  </a:cubicBezTo>
                  <a:cubicBezTo>
                    <a:pt x="102700" y="55043"/>
                    <a:pt x="115400" y="76633"/>
                    <a:pt x="114130" y="84253"/>
                  </a:cubicBezTo>
                  <a:cubicBezTo>
                    <a:pt x="111590" y="91873"/>
                    <a:pt x="90000" y="103303"/>
                    <a:pt x="81110" y="102033"/>
                  </a:cubicBezTo>
                  <a:cubicBezTo>
                    <a:pt x="74760" y="100763"/>
                    <a:pt x="67140" y="91873"/>
                    <a:pt x="64600" y="84253"/>
                  </a:cubicBezTo>
                  <a:cubicBezTo>
                    <a:pt x="63330" y="77903"/>
                    <a:pt x="63330" y="67743"/>
                    <a:pt x="69680" y="61393"/>
                  </a:cubicBezTo>
                  <a:cubicBezTo>
                    <a:pt x="79840" y="49963"/>
                    <a:pt x="111590" y="43613"/>
                    <a:pt x="139530" y="39803"/>
                  </a:cubicBezTo>
                  <a:cubicBezTo>
                    <a:pt x="177630" y="35993"/>
                    <a:pt x="234780" y="37263"/>
                    <a:pt x="276690" y="46153"/>
                  </a:cubicBezTo>
                  <a:cubicBezTo>
                    <a:pt x="317330" y="53773"/>
                    <a:pt x="356700" y="67743"/>
                    <a:pt x="388450" y="89333"/>
                  </a:cubicBezTo>
                  <a:cubicBezTo>
                    <a:pt x="418930" y="109653"/>
                    <a:pt x="451950" y="136323"/>
                    <a:pt x="467190" y="170613"/>
                  </a:cubicBezTo>
                  <a:cubicBezTo>
                    <a:pt x="484970" y="207443"/>
                    <a:pt x="487510" y="264593"/>
                    <a:pt x="481160" y="305233"/>
                  </a:cubicBezTo>
                  <a:cubicBezTo>
                    <a:pt x="477350" y="340793"/>
                    <a:pt x="464650" y="373813"/>
                    <a:pt x="445600" y="401753"/>
                  </a:cubicBezTo>
                  <a:cubicBezTo>
                    <a:pt x="426550" y="429693"/>
                    <a:pt x="393530" y="458903"/>
                    <a:pt x="366860" y="472873"/>
                  </a:cubicBezTo>
                  <a:cubicBezTo>
                    <a:pt x="346540" y="481763"/>
                    <a:pt x="326220" y="481763"/>
                    <a:pt x="305900" y="483033"/>
                  </a:cubicBezTo>
                  <a:cubicBezTo>
                    <a:pt x="284310" y="485573"/>
                    <a:pt x="263990" y="486843"/>
                    <a:pt x="241130" y="483033"/>
                  </a:cubicBezTo>
                  <a:cubicBezTo>
                    <a:pt x="210650" y="476683"/>
                    <a:pt x="170010" y="463983"/>
                    <a:pt x="142070" y="443663"/>
                  </a:cubicBezTo>
                  <a:cubicBezTo>
                    <a:pt x="114130" y="423343"/>
                    <a:pt x="93810" y="394133"/>
                    <a:pt x="73490" y="362383"/>
                  </a:cubicBezTo>
                  <a:cubicBezTo>
                    <a:pt x="50630" y="326823"/>
                    <a:pt x="25230" y="286183"/>
                    <a:pt x="12530" y="239193"/>
                  </a:cubicBezTo>
                  <a:cubicBezTo>
                    <a:pt x="-1440" y="184583"/>
                    <a:pt x="-3980" y="90603"/>
                    <a:pt x="6180" y="53773"/>
                  </a:cubicBezTo>
                  <a:cubicBezTo>
                    <a:pt x="9990" y="37263"/>
                    <a:pt x="17610" y="28373"/>
                    <a:pt x="27770" y="19483"/>
                  </a:cubicBezTo>
                  <a:cubicBezTo>
                    <a:pt x="36660" y="11863"/>
                    <a:pt x="45550" y="8053"/>
                    <a:pt x="63330" y="4243"/>
                  </a:cubicBezTo>
                  <a:cubicBezTo>
                    <a:pt x="114130" y="-4647"/>
                    <a:pt x="286850" y="433"/>
                    <a:pt x="357970" y="19483"/>
                  </a:cubicBezTo>
                  <a:cubicBezTo>
                    <a:pt x="402420" y="32183"/>
                    <a:pt x="432900" y="53773"/>
                    <a:pt x="458300" y="71553"/>
                  </a:cubicBezTo>
                  <a:cubicBezTo>
                    <a:pt x="477350" y="82983"/>
                    <a:pt x="491320" y="94413"/>
                    <a:pt x="501480" y="108383"/>
                  </a:cubicBezTo>
                  <a:cubicBezTo>
                    <a:pt x="510370" y="119813"/>
                    <a:pt x="515450" y="129973"/>
                    <a:pt x="519260" y="146483"/>
                  </a:cubicBezTo>
                  <a:cubicBezTo>
                    <a:pt x="524340" y="171883"/>
                    <a:pt x="520530" y="218873"/>
                    <a:pt x="516720" y="251893"/>
                  </a:cubicBezTo>
                  <a:cubicBezTo>
                    <a:pt x="512910" y="279833"/>
                    <a:pt x="506560" y="302693"/>
                    <a:pt x="496400" y="329363"/>
                  </a:cubicBezTo>
                  <a:cubicBezTo>
                    <a:pt x="483700" y="361113"/>
                    <a:pt x="464650" y="399213"/>
                    <a:pt x="444330" y="425883"/>
                  </a:cubicBezTo>
                  <a:cubicBezTo>
                    <a:pt x="425280" y="448743"/>
                    <a:pt x="407500" y="472873"/>
                    <a:pt x="379560" y="483033"/>
                  </a:cubicBezTo>
                  <a:cubicBezTo>
                    <a:pt x="345270" y="495733"/>
                    <a:pt x="288120" y="488113"/>
                    <a:pt x="248750" y="480493"/>
                  </a:cubicBezTo>
                  <a:cubicBezTo>
                    <a:pt x="210650" y="472873"/>
                    <a:pt x="171280" y="458903"/>
                    <a:pt x="145880" y="441123"/>
                  </a:cubicBezTo>
                  <a:cubicBezTo>
                    <a:pt x="124290" y="428423"/>
                    <a:pt x="109050" y="410643"/>
                    <a:pt x="97620" y="392863"/>
                  </a:cubicBezTo>
                  <a:cubicBezTo>
                    <a:pt x="86190" y="373813"/>
                    <a:pt x="81110" y="357303"/>
                    <a:pt x="76030" y="328093"/>
                  </a:cubicBezTo>
                  <a:cubicBezTo>
                    <a:pt x="67140" y="274753"/>
                    <a:pt x="64600" y="131243"/>
                    <a:pt x="78570" y="89333"/>
                  </a:cubicBezTo>
                  <a:cubicBezTo>
                    <a:pt x="83650" y="71553"/>
                    <a:pt x="88730" y="63933"/>
                    <a:pt x="101430" y="56313"/>
                  </a:cubicBezTo>
                  <a:cubicBezTo>
                    <a:pt x="126830" y="43613"/>
                    <a:pt x="206840" y="41073"/>
                    <a:pt x="232240" y="52503"/>
                  </a:cubicBezTo>
                  <a:cubicBezTo>
                    <a:pt x="246210" y="57583"/>
                    <a:pt x="257640" y="71553"/>
                    <a:pt x="257640" y="80443"/>
                  </a:cubicBezTo>
                  <a:cubicBezTo>
                    <a:pt x="256370" y="89333"/>
                    <a:pt x="232240" y="103303"/>
                    <a:pt x="232240" y="103303"/>
                  </a:cubicBezTo>
                </a:path>
              </a:pathLst>
            </a:custGeom>
            <a:solidFill>
              <a:srgbClr val="091B30"/>
            </a:solidFill>
            <a:ln cap="sq">
              <a:noFill/>
              <a:prstDash val="solid"/>
              <a:miter/>
            </a:ln>
          </p:spPr>
        </p:sp>
      </p:grpSp>
      <p:grpSp>
        <p:nvGrpSpPr>
          <p:cNvPr name="Group 11" id="11"/>
          <p:cNvGrpSpPr/>
          <p:nvPr/>
        </p:nvGrpSpPr>
        <p:grpSpPr>
          <a:xfrm rot="0">
            <a:off x="7919085" y="6584632"/>
            <a:ext cx="417195" cy="363855"/>
            <a:chOff x="0" y="0"/>
            <a:chExt cx="556260" cy="485140"/>
          </a:xfrm>
        </p:grpSpPr>
        <p:sp>
          <p:nvSpPr>
            <p:cNvPr name="Freeform 12" id="12"/>
            <p:cNvSpPr/>
            <p:nvPr/>
          </p:nvSpPr>
          <p:spPr>
            <a:xfrm flipH="false" flipV="false" rot="0">
              <a:off x="46795" y="43295"/>
              <a:ext cx="465633" cy="400634"/>
            </a:xfrm>
            <a:custGeom>
              <a:avLst/>
              <a:gdLst/>
              <a:ahLst/>
              <a:cxnLst/>
              <a:rect r="r" b="b" t="t" l="l"/>
              <a:pathLst>
                <a:path h="400634" w="465633">
                  <a:moveTo>
                    <a:pt x="226255" y="68465"/>
                  </a:moveTo>
                  <a:cubicBezTo>
                    <a:pt x="113225" y="121805"/>
                    <a:pt x="77665" y="148475"/>
                    <a:pt x="63695" y="164985"/>
                  </a:cubicBezTo>
                  <a:cubicBezTo>
                    <a:pt x="56075" y="173875"/>
                    <a:pt x="52265" y="177685"/>
                    <a:pt x="50995" y="189115"/>
                  </a:cubicBezTo>
                  <a:cubicBezTo>
                    <a:pt x="47185" y="208165"/>
                    <a:pt x="48455" y="252615"/>
                    <a:pt x="66235" y="276745"/>
                  </a:cubicBezTo>
                  <a:cubicBezTo>
                    <a:pt x="85285" y="304685"/>
                    <a:pt x="132275" y="326275"/>
                    <a:pt x="176725" y="338975"/>
                  </a:cubicBezTo>
                  <a:cubicBezTo>
                    <a:pt x="236415" y="355485"/>
                    <a:pt x="354525" y="378345"/>
                    <a:pt x="392625" y="342785"/>
                  </a:cubicBezTo>
                  <a:cubicBezTo>
                    <a:pt x="433265" y="305955"/>
                    <a:pt x="418025" y="159905"/>
                    <a:pt x="406595" y="112915"/>
                  </a:cubicBezTo>
                  <a:cubicBezTo>
                    <a:pt x="400245" y="88785"/>
                    <a:pt x="395165" y="73545"/>
                    <a:pt x="376115" y="62115"/>
                  </a:cubicBezTo>
                  <a:cubicBezTo>
                    <a:pt x="341825" y="43065"/>
                    <a:pt x="216095" y="72275"/>
                    <a:pt x="181805" y="58305"/>
                  </a:cubicBezTo>
                  <a:cubicBezTo>
                    <a:pt x="167835" y="50685"/>
                    <a:pt x="157675" y="39255"/>
                    <a:pt x="156405" y="30365"/>
                  </a:cubicBezTo>
                  <a:cubicBezTo>
                    <a:pt x="156405" y="22745"/>
                    <a:pt x="169105" y="10045"/>
                    <a:pt x="176725" y="7505"/>
                  </a:cubicBezTo>
                  <a:cubicBezTo>
                    <a:pt x="183075" y="4965"/>
                    <a:pt x="194505" y="8775"/>
                    <a:pt x="199585" y="13855"/>
                  </a:cubicBezTo>
                  <a:cubicBezTo>
                    <a:pt x="204665" y="20205"/>
                    <a:pt x="208475" y="36715"/>
                    <a:pt x="204665" y="44335"/>
                  </a:cubicBezTo>
                  <a:cubicBezTo>
                    <a:pt x="202125" y="50685"/>
                    <a:pt x="191965" y="58305"/>
                    <a:pt x="185615" y="57035"/>
                  </a:cubicBezTo>
                  <a:cubicBezTo>
                    <a:pt x="176725" y="57035"/>
                    <a:pt x="157675" y="41795"/>
                    <a:pt x="156405" y="34175"/>
                  </a:cubicBezTo>
                  <a:cubicBezTo>
                    <a:pt x="156405" y="25285"/>
                    <a:pt x="167835" y="12585"/>
                    <a:pt x="181805" y="7505"/>
                  </a:cubicBezTo>
                  <a:cubicBezTo>
                    <a:pt x="218635" y="-6465"/>
                    <a:pt x="358335" y="-1385"/>
                    <a:pt x="404055" y="26555"/>
                  </a:cubicBezTo>
                  <a:cubicBezTo>
                    <a:pt x="434535" y="45605"/>
                    <a:pt x="447235" y="74815"/>
                    <a:pt x="457395" y="112915"/>
                  </a:cubicBezTo>
                  <a:cubicBezTo>
                    <a:pt x="472635" y="167525"/>
                    <a:pt x="465015" y="283095"/>
                    <a:pt x="448505" y="331355"/>
                  </a:cubicBezTo>
                  <a:cubicBezTo>
                    <a:pt x="438345" y="358025"/>
                    <a:pt x="430725" y="375805"/>
                    <a:pt x="406595" y="387235"/>
                  </a:cubicBezTo>
                  <a:cubicBezTo>
                    <a:pt x="362145" y="410095"/>
                    <a:pt x="226255" y="398665"/>
                    <a:pt x="170375" y="389775"/>
                  </a:cubicBezTo>
                  <a:cubicBezTo>
                    <a:pt x="138625" y="384695"/>
                    <a:pt x="122115" y="377075"/>
                    <a:pt x="96715" y="364375"/>
                  </a:cubicBezTo>
                  <a:cubicBezTo>
                    <a:pt x="68775" y="347865"/>
                    <a:pt x="29405" y="327545"/>
                    <a:pt x="12895" y="298335"/>
                  </a:cubicBezTo>
                  <a:cubicBezTo>
                    <a:pt x="-2345" y="269125"/>
                    <a:pt x="-2345" y="217055"/>
                    <a:pt x="4005" y="186575"/>
                  </a:cubicBezTo>
                  <a:cubicBezTo>
                    <a:pt x="7815" y="163715"/>
                    <a:pt x="17975" y="148475"/>
                    <a:pt x="33215" y="129425"/>
                  </a:cubicBezTo>
                  <a:cubicBezTo>
                    <a:pt x="52265" y="105295"/>
                    <a:pt x="86555" y="78625"/>
                    <a:pt x="117035" y="59575"/>
                  </a:cubicBezTo>
                  <a:cubicBezTo>
                    <a:pt x="146245" y="41795"/>
                    <a:pt x="186885" y="18935"/>
                    <a:pt x="209745" y="20205"/>
                  </a:cubicBezTo>
                  <a:cubicBezTo>
                    <a:pt x="223715" y="21475"/>
                    <a:pt x="240225" y="30365"/>
                    <a:pt x="242765" y="39255"/>
                  </a:cubicBezTo>
                  <a:cubicBezTo>
                    <a:pt x="245305" y="46875"/>
                    <a:pt x="226255" y="68465"/>
                    <a:pt x="226255" y="68465"/>
                  </a:cubicBezTo>
                </a:path>
              </a:pathLst>
            </a:custGeom>
            <a:solidFill>
              <a:srgbClr val="091B30"/>
            </a:solidFill>
            <a:ln cap="sq">
              <a:noFill/>
              <a:prstDash val="solid"/>
              <a:miter/>
            </a:ln>
          </p:spPr>
        </p:sp>
      </p:grpSp>
      <p:grpSp>
        <p:nvGrpSpPr>
          <p:cNvPr name="Group 13" id="13"/>
          <p:cNvGrpSpPr/>
          <p:nvPr/>
        </p:nvGrpSpPr>
        <p:grpSpPr>
          <a:xfrm rot="0">
            <a:off x="6615112" y="5058728"/>
            <a:ext cx="524828" cy="114300"/>
            <a:chOff x="0" y="0"/>
            <a:chExt cx="699770" cy="152400"/>
          </a:xfrm>
        </p:grpSpPr>
        <p:sp>
          <p:nvSpPr>
            <p:cNvPr name="Freeform 14" id="14"/>
            <p:cNvSpPr/>
            <p:nvPr/>
          </p:nvSpPr>
          <p:spPr>
            <a:xfrm flipH="false" flipV="false" rot="0">
              <a:off x="50800" y="50800"/>
              <a:ext cx="598310" cy="71755"/>
            </a:xfrm>
            <a:custGeom>
              <a:avLst/>
              <a:gdLst/>
              <a:ahLst/>
              <a:cxnLst/>
              <a:rect r="r" b="b" t="t" l="l"/>
              <a:pathLst>
                <a:path h="71755" w="598310">
                  <a:moveTo>
                    <a:pt x="25400" y="0"/>
                  </a:moveTo>
                  <a:cubicBezTo>
                    <a:pt x="589280" y="7620"/>
                    <a:pt x="598170" y="19050"/>
                    <a:pt x="598170" y="26670"/>
                  </a:cubicBezTo>
                  <a:cubicBezTo>
                    <a:pt x="598170" y="35560"/>
                    <a:pt x="579120" y="50800"/>
                    <a:pt x="570230" y="50800"/>
                  </a:cubicBezTo>
                  <a:cubicBezTo>
                    <a:pt x="562610" y="50800"/>
                    <a:pt x="553720" y="44450"/>
                    <a:pt x="549910" y="36830"/>
                  </a:cubicBezTo>
                  <a:cubicBezTo>
                    <a:pt x="547370" y="30480"/>
                    <a:pt x="549910" y="12700"/>
                    <a:pt x="554990" y="7620"/>
                  </a:cubicBezTo>
                  <a:cubicBezTo>
                    <a:pt x="561340" y="1270"/>
                    <a:pt x="579120" y="0"/>
                    <a:pt x="585470" y="3810"/>
                  </a:cubicBezTo>
                  <a:cubicBezTo>
                    <a:pt x="591820" y="6350"/>
                    <a:pt x="599440" y="17780"/>
                    <a:pt x="598170" y="24130"/>
                  </a:cubicBezTo>
                  <a:cubicBezTo>
                    <a:pt x="596900" y="33020"/>
                    <a:pt x="589280" y="43180"/>
                    <a:pt x="572770" y="50800"/>
                  </a:cubicBezTo>
                  <a:cubicBezTo>
                    <a:pt x="509270" y="78740"/>
                    <a:pt x="88900" y="78740"/>
                    <a:pt x="25400" y="50800"/>
                  </a:cubicBezTo>
                  <a:cubicBezTo>
                    <a:pt x="8890" y="43180"/>
                    <a:pt x="0" y="30480"/>
                    <a:pt x="0" y="22860"/>
                  </a:cubicBezTo>
                  <a:cubicBezTo>
                    <a:pt x="1270" y="13970"/>
                    <a:pt x="25400" y="0"/>
                    <a:pt x="25400" y="0"/>
                  </a:cubicBezTo>
                </a:path>
              </a:pathLst>
            </a:custGeom>
            <a:solidFill>
              <a:srgbClr val="091B30"/>
            </a:solidFill>
            <a:ln cap="sq">
              <a:noFill/>
              <a:prstDash val="solid"/>
              <a:miter/>
            </a:ln>
          </p:spPr>
        </p:sp>
      </p:grpSp>
      <p:grpSp>
        <p:nvGrpSpPr>
          <p:cNvPr name="Group 15" id="15"/>
          <p:cNvGrpSpPr/>
          <p:nvPr/>
        </p:nvGrpSpPr>
        <p:grpSpPr>
          <a:xfrm rot="0">
            <a:off x="6624638" y="5023485"/>
            <a:ext cx="506730" cy="114300"/>
            <a:chOff x="0" y="0"/>
            <a:chExt cx="675640" cy="152400"/>
          </a:xfrm>
        </p:grpSpPr>
        <p:sp>
          <p:nvSpPr>
            <p:cNvPr name="Freeform 16" id="16"/>
            <p:cNvSpPr/>
            <p:nvPr/>
          </p:nvSpPr>
          <p:spPr>
            <a:xfrm flipH="false" flipV="false" rot="0">
              <a:off x="50693" y="50800"/>
              <a:ext cx="574147" cy="70802"/>
            </a:xfrm>
            <a:custGeom>
              <a:avLst/>
              <a:gdLst/>
              <a:ahLst/>
              <a:cxnLst/>
              <a:rect r="r" b="b" t="t" l="l"/>
              <a:pathLst>
                <a:path h="70802" w="574147">
                  <a:moveTo>
                    <a:pt x="25507" y="0"/>
                  </a:moveTo>
                  <a:cubicBezTo>
                    <a:pt x="565257" y="6350"/>
                    <a:pt x="574147" y="17780"/>
                    <a:pt x="574147" y="26670"/>
                  </a:cubicBezTo>
                  <a:cubicBezTo>
                    <a:pt x="572877" y="34290"/>
                    <a:pt x="553827" y="49530"/>
                    <a:pt x="546207" y="49530"/>
                  </a:cubicBezTo>
                  <a:cubicBezTo>
                    <a:pt x="538587" y="50800"/>
                    <a:pt x="528427" y="43180"/>
                    <a:pt x="525887" y="36830"/>
                  </a:cubicBezTo>
                  <a:cubicBezTo>
                    <a:pt x="523347" y="29210"/>
                    <a:pt x="524617" y="12700"/>
                    <a:pt x="530967" y="6350"/>
                  </a:cubicBezTo>
                  <a:cubicBezTo>
                    <a:pt x="537317" y="1270"/>
                    <a:pt x="553827" y="0"/>
                    <a:pt x="561447" y="2540"/>
                  </a:cubicBezTo>
                  <a:cubicBezTo>
                    <a:pt x="567797" y="6350"/>
                    <a:pt x="574147" y="16510"/>
                    <a:pt x="574147" y="24130"/>
                  </a:cubicBezTo>
                  <a:cubicBezTo>
                    <a:pt x="572877" y="31750"/>
                    <a:pt x="565257" y="43180"/>
                    <a:pt x="548747" y="50800"/>
                  </a:cubicBezTo>
                  <a:cubicBezTo>
                    <a:pt x="486517" y="77470"/>
                    <a:pt x="86467" y="77470"/>
                    <a:pt x="25507" y="50800"/>
                  </a:cubicBezTo>
                  <a:cubicBezTo>
                    <a:pt x="8997" y="43180"/>
                    <a:pt x="-1163" y="30480"/>
                    <a:pt x="107" y="21590"/>
                  </a:cubicBezTo>
                  <a:cubicBezTo>
                    <a:pt x="107" y="13970"/>
                    <a:pt x="25507" y="0"/>
                    <a:pt x="25507" y="0"/>
                  </a:cubicBezTo>
                </a:path>
              </a:pathLst>
            </a:custGeom>
            <a:solidFill>
              <a:srgbClr val="091B30"/>
            </a:solidFill>
            <a:ln cap="sq">
              <a:noFill/>
              <a:prstDash val="solid"/>
              <a:miter/>
            </a:ln>
          </p:spPr>
        </p:sp>
      </p:grpSp>
      <p:grpSp>
        <p:nvGrpSpPr>
          <p:cNvPr name="Group 17" id="17"/>
          <p:cNvGrpSpPr/>
          <p:nvPr/>
        </p:nvGrpSpPr>
        <p:grpSpPr>
          <a:xfrm rot="0">
            <a:off x="11515725" y="4631055"/>
            <a:ext cx="288608" cy="327660"/>
            <a:chOff x="0" y="0"/>
            <a:chExt cx="384810" cy="436880"/>
          </a:xfrm>
        </p:grpSpPr>
        <p:sp>
          <p:nvSpPr>
            <p:cNvPr name="Freeform 18" id="18"/>
            <p:cNvSpPr/>
            <p:nvPr/>
          </p:nvSpPr>
          <p:spPr>
            <a:xfrm flipH="false" flipV="false" rot="0">
              <a:off x="40476" y="49748"/>
              <a:ext cx="306176" cy="341005"/>
            </a:xfrm>
            <a:custGeom>
              <a:avLst/>
              <a:gdLst/>
              <a:ahLst/>
              <a:cxnLst/>
              <a:rect r="r" b="b" t="t" l="l"/>
              <a:pathLst>
                <a:path h="341005" w="306176">
                  <a:moveTo>
                    <a:pt x="133514" y="97572"/>
                  </a:moveTo>
                  <a:cubicBezTo>
                    <a:pt x="92874" y="112812"/>
                    <a:pt x="73824" y="129322"/>
                    <a:pt x="64934" y="148372"/>
                  </a:cubicBezTo>
                  <a:cubicBezTo>
                    <a:pt x="54774" y="172502"/>
                    <a:pt x="50964" y="219492"/>
                    <a:pt x="57314" y="243622"/>
                  </a:cubicBezTo>
                  <a:cubicBezTo>
                    <a:pt x="61124" y="258862"/>
                    <a:pt x="67474" y="270292"/>
                    <a:pt x="83984" y="277912"/>
                  </a:cubicBezTo>
                  <a:cubicBezTo>
                    <a:pt x="114464" y="294422"/>
                    <a:pt x="223684" y="317282"/>
                    <a:pt x="252894" y="290612"/>
                  </a:cubicBezTo>
                  <a:cubicBezTo>
                    <a:pt x="283374" y="260132"/>
                    <a:pt x="269404" y="124242"/>
                    <a:pt x="249084" y="89952"/>
                  </a:cubicBezTo>
                  <a:cubicBezTo>
                    <a:pt x="237654" y="73442"/>
                    <a:pt x="219874" y="70902"/>
                    <a:pt x="200824" y="64552"/>
                  </a:cubicBezTo>
                  <a:cubicBezTo>
                    <a:pt x="175424" y="56932"/>
                    <a:pt x="139864" y="49312"/>
                    <a:pt x="111924" y="51852"/>
                  </a:cubicBezTo>
                  <a:cubicBezTo>
                    <a:pt x="85254" y="53122"/>
                    <a:pt x="50964" y="79792"/>
                    <a:pt x="35724" y="73442"/>
                  </a:cubicBezTo>
                  <a:cubicBezTo>
                    <a:pt x="25564" y="69632"/>
                    <a:pt x="17944" y="49312"/>
                    <a:pt x="20484" y="40422"/>
                  </a:cubicBezTo>
                  <a:cubicBezTo>
                    <a:pt x="21754" y="32802"/>
                    <a:pt x="38264" y="22642"/>
                    <a:pt x="45884" y="23912"/>
                  </a:cubicBezTo>
                  <a:cubicBezTo>
                    <a:pt x="54774" y="25182"/>
                    <a:pt x="70014" y="44232"/>
                    <a:pt x="68744" y="53122"/>
                  </a:cubicBezTo>
                  <a:cubicBezTo>
                    <a:pt x="67474" y="62012"/>
                    <a:pt x="47154" y="75982"/>
                    <a:pt x="38264" y="74712"/>
                  </a:cubicBezTo>
                  <a:cubicBezTo>
                    <a:pt x="30644" y="73442"/>
                    <a:pt x="16674" y="53122"/>
                    <a:pt x="19214" y="42962"/>
                  </a:cubicBezTo>
                  <a:cubicBezTo>
                    <a:pt x="24294" y="27722"/>
                    <a:pt x="90334" y="4862"/>
                    <a:pt x="113194" y="1052"/>
                  </a:cubicBezTo>
                  <a:cubicBezTo>
                    <a:pt x="125894" y="-1488"/>
                    <a:pt x="130974" y="1052"/>
                    <a:pt x="143674" y="3592"/>
                  </a:cubicBezTo>
                  <a:cubicBezTo>
                    <a:pt x="161454" y="6132"/>
                    <a:pt x="191934" y="6132"/>
                    <a:pt x="214794" y="16292"/>
                  </a:cubicBezTo>
                  <a:cubicBezTo>
                    <a:pt x="241464" y="27722"/>
                    <a:pt x="275754" y="42962"/>
                    <a:pt x="290994" y="73442"/>
                  </a:cubicBezTo>
                  <a:cubicBezTo>
                    <a:pt x="315124" y="121702"/>
                    <a:pt x="306234" y="260132"/>
                    <a:pt x="293534" y="300772"/>
                  </a:cubicBezTo>
                  <a:cubicBezTo>
                    <a:pt x="287184" y="317282"/>
                    <a:pt x="283374" y="324902"/>
                    <a:pt x="269404" y="332522"/>
                  </a:cubicBezTo>
                  <a:cubicBezTo>
                    <a:pt x="242734" y="346492"/>
                    <a:pt x="165264" y="340142"/>
                    <a:pt x="127164" y="335062"/>
                  </a:cubicBezTo>
                  <a:cubicBezTo>
                    <a:pt x="101764" y="332522"/>
                    <a:pt x="82714" y="329982"/>
                    <a:pt x="63664" y="319822"/>
                  </a:cubicBezTo>
                  <a:cubicBezTo>
                    <a:pt x="43344" y="309662"/>
                    <a:pt x="20484" y="296962"/>
                    <a:pt x="10324" y="275372"/>
                  </a:cubicBezTo>
                  <a:cubicBezTo>
                    <a:pt x="-3646" y="243622"/>
                    <a:pt x="-3646" y="177582"/>
                    <a:pt x="11594" y="140752"/>
                  </a:cubicBezTo>
                  <a:cubicBezTo>
                    <a:pt x="25564" y="106462"/>
                    <a:pt x="66204" y="68362"/>
                    <a:pt x="92874" y="55662"/>
                  </a:cubicBezTo>
                  <a:cubicBezTo>
                    <a:pt x="109384" y="48042"/>
                    <a:pt x="134784" y="48042"/>
                    <a:pt x="143674" y="54392"/>
                  </a:cubicBezTo>
                  <a:cubicBezTo>
                    <a:pt x="150024" y="59472"/>
                    <a:pt x="152564" y="74712"/>
                    <a:pt x="151294" y="82332"/>
                  </a:cubicBezTo>
                  <a:cubicBezTo>
                    <a:pt x="148754" y="88682"/>
                    <a:pt x="133514" y="97572"/>
                    <a:pt x="133514" y="97572"/>
                  </a:cubicBezTo>
                </a:path>
              </a:pathLst>
            </a:custGeom>
            <a:solidFill>
              <a:srgbClr val="091B30"/>
            </a:solidFill>
            <a:ln cap="sq">
              <a:noFill/>
              <a:prstDash val="solid"/>
              <a:miter/>
            </a:ln>
          </p:spPr>
        </p:sp>
      </p:grpSp>
      <p:sp>
        <p:nvSpPr>
          <p:cNvPr name="Freeform 19" id="19"/>
          <p:cNvSpPr/>
          <p:nvPr/>
        </p:nvSpPr>
        <p:spPr>
          <a:xfrm flipH="true" flipV="false" rot="-1916339">
            <a:off x="1819518" y="-49076"/>
            <a:ext cx="2881418" cy="3814343"/>
          </a:xfrm>
          <a:custGeom>
            <a:avLst/>
            <a:gdLst/>
            <a:ahLst/>
            <a:cxnLst/>
            <a:rect r="r" b="b" t="t" l="l"/>
            <a:pathLst>
              <a:path h="3814343" w="2881418">
                <a:moveTo>
                  <a:pt x="2881418" y="0"/>
                </a:moveTo>
                <a:lnTo>
                  <a:pt x="0" y="0"/>
                </a:lnTo>
                <a:lnTo>
                  <a:pt x="0" y="3814343"/>
                </a:lnTo>
                <a:lnTo>
                  <a:pt x="2881418" y="3814343"/>
                </a:lnTo>
                <a:lnTo>
                  <a:pt x="2881418" y="0"/>
                </a:lnTo>
                <a:close/>
              </a:path>
            </a:pathLst>
          </a:custGeom>
          <a:blipFill>
            <a:blip r:embed="rId12"/>
            <a:stretch>
              <a:fillRect l="0" t="0" r="0" b="0"/>
            </a:stretch>
          </a:blipFill>
        </p:spPr>
      </p:sp>
      <p:sp>
        <p:nvSpPr>
          <p:cNvPr name="Freeform 20" id="20"/>
          <p:cNvSpPr/>
          <p:nvPr/>
        </p:nvSpPr>
        <p:spPr>
          <a:xfrm flipH="false" flipV="false" rot="0">
            <a:off x="687356" y="2932095"/>
            <a:ext cx="7865141" cy="5121487"/>
          </a:xfrm>
          <a:custGeom>
            <a:avLst/>
            <a:gdLst/>
            <a:ahLst/>
            <a:cxnLst/>
            <a:rect r="r" b="b" t="t" l="l"/>
            <a:pathLst>
              <a:path h="5121487" w="7865141">
                <a:moveTo>
                  <a:pt x="0" y="0"/>
                </a:moveTo>
                <a:lnTo>
                  <a:pt x="7865142" y="0"/>
                </a:lnTo>
                <a:lnTo>
                  <a:pt x="7865142" y="5121487"/>
                </a:lnTo>
                <a:lnTo>
                  <a:pt x="0" y="5121487"/>
                </a:lnTo>
                <a:lnTo>
                  <a:pt x="0" y="0"/>
                </a:lnTo>
                <a:close/>
              </a:path>
            </a:pathLst>
          </a:custGeom>
          <a:blipFill>
            <a:blip r:embed="rId13"/>
            <a:stretch>
              <a:fillRect l="0" t="0" r="0" b="0"/>
            </a:stretch>
          </a:blipFill>
        </p:spPr>
      </p:sp>
      <p:sp>
        <p:nvSpPr>
          <p:cNvPr name="Freeform 21" id="21"/>
          <p:cNvSpPr/>
          <p:nvPr/>
        </p:nvSpPr>
        <p:spPr>
          <a:xfrm flipH="false" flipV="false" rot="0">
            <a:off x="9014460" y="2932095"/>
            <a:ext cx="8459818" cy="5121487"/>
          </a:xfrm>
          <a:custGeom>
            <a:avLst/>
            <a:gdLst/>
            <a:ahLst/>
            <a:cxnLst/>
            <a:rect r="r" b="b" t="t" l="l"/>
            <a:pathLst>
              <a:path h="5121487" w="8459818">
                <a:moveTo>
                  <a:pt x="0" y="0"/>
                </a:moveTo>
                <a:lnTo>
                  <a:pt x="8459818" y="0"/>
                </a:lnTo>
                <a:lnTo>
                  <a:pt x="8459818" y="5121487"/>
                </a:lnTo>
                <a:lnTo>
                  <a:pt x="0" y="5121487"/>
                </a:lnTo>
                <a:lnTo>
                  <a:pt x="0" y="0"/>
                </a:lnTo>
                <a:close/>
              </a:path>
            </a:pathLst>
          </a:custGeom>
          <a:blipFill>
            <a:blip r:embed="rId1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276252" y="-3821616"/>
            <a:ext cx="15127004" cy="15212855"/>
          </a:xfrm>
          <a:custGeom>
            <a:avLst/>
            <a:gdLst/>
            <a:ahLst/>
            <a:cxnLst/>
            <a:rect r="r" b="b" t="t" l="l"/>
            <a:pathLst>
              <a:path h="15212855" w="15127004">
                <a:moveTo>
                  <a:pt x="0" y="0"/>
                </a:moveTo>
                <a:lnTo>
                  <a:pt x="15127004" y="0"/>
                </a:lnTo>
                <a:lnTo>
                  <a:pt x="15127004" y="15212855"/>
                </a:lnTo>
                <a:lnTo>
                  <a:pt x="0" y="152128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53735" y="-1838245"/>
            <a:ext cx="13154825" cy="13229484"/>
          </a:xfrm>
          <a:custGeom>
            <a:avLst/>
            <a:gdLst/>
            <a:ahLst/>
            <a:cxnLst/>
            <a:rect r="r" b="b" t="t" l="l"/>
            <a:pathLst>
              <a:path h="13229484" w="13154825">
                <a:moveTo>
                  <a:pt x="0" y="0"/>
                </a:moveTo>
                <a:lnTo>
                  <a:pt x="13154826" y="0"/>
                </a:lnTo>
                <a:lnTo>
                  <a:pt x="13154826" y="13229484"/>
                </a:lnTo>
                <a:lnTo>
                  <a:pt x="0" y="132294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131368" y="552329"/>
            <a:ext cx="13005152" cy="1047993"/>
          </a:xfrm>
          <a:prstGeom prst="rect">
            <a:avLst/>
          </a:prstGeom>
        </p:spPr>
        <p:txBody>
          <a:bodyPr anchor="t" rtlCol="false" tIns="0" lIns="0" bIns="0" rIns="0">
            <a:spAutoFit/>
          </a:bodyPr>
          <a:lstStyle/>
          <a:p>
            <a:pPr algn="ctr" marL="0" indent="0" lvl="0">
              <a:lnSpc>
                <a:spcPts val="7964"/>
              </a:lnSpc>
              <a:spcBef>
                <a:spcPct val="0"/>
              </a:spcBef>
            </a:pPr>
            <a:r>
              <a:rPr lang="en-US" b="true" sz="7513">
                <a:solidFill>
                  <a:srgbClr val="2D304E"/>
                </a:solidFill>
                <a:latin typeface="Playpen Sans Bold"/>
                <a:ea typeface="Playpen Sans Bold"/>
                <a:cs typeface="Playpen Sans Bold"/>
                <a:sym typeface="Playpen Sans Bold"/>
              </a:rPr>
              <a:t>PROCESS FLOW</a:t>
            </a:r>
          </a:p>
        </p:txBody>
      </p:sp>
      <p:sp>
        <p:nvSpPr>
          <p:cNvPr name="Freeform 5" id="5"/>
          <p:cNvSpPr/>
          <p:nvPr/>
        </p:nvSpPr>
        <p:spPr>
          <a:xfrm flipH="false" flipV="false" rot="0">
            <a:off x="17259300" y="-943938"/>
            <a:ext cx="2593409" cy="2802033"/>
          </a:xfrm>
          <a:custGeom>
            <a:avLst/>
            <a:gdLst/>
            <a:ahLst/>
            <a:cxnLst/>
            <a:rect r="r" b="b" t="t" l="l"/>
            <a:pathLst>
              <a:path h="2802033" w="2593409">
                <a:moveTo>
                  <a:pt x="0" y="0"/>
                </a:moveTo>
                <a:lnTo>
                  <a:pt x="2593409" y="0"/>
                </a:lnTo>
                <a:lnTo>
                  <a:pt x="2593409" y="2802033"/>
                </a:lnTo>
                <a:lnTo>
                  <a:pt x="0" y="28020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450533">
            <a:off x="16358022" y="3044860"/>
            <a:ext cx="1832057" cy="1618872"/>
          </a:xfrm>
          <a:custGeom>
            <a:avLst/>
            <a:gdLst/>
            <a:ahLst/>
            <a:cxnLst/>
            <a:rect r="r" b="b" t="t" l="l"/>
            <a:pathLst>
              <a:path h="1618872" w="1832057">
                <a:moveTo>
                  <a:pt x="0" y="0"/>
                </a:moveTo>
                <a:lnTo>
                  <a:pt x="1832056" y="0"/>
                </a:lnTo>
                <a:lnTo>
                  <a:pt x="1832056" y="1618872"/>
                </a:lnTo>
                <a:lnTo>
                  <a:pt x="0" y="1618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951713">
            <a:off x="8642557" y="-554282"/>
            <a:ext cx="1204269" cy="2266367"/>
          </a:xfrm>
          <a:custGeom>
            <a:avLst/>
            <a:gdLst/>
            <a:ahLst/>
            <a:cxnLst/>
            <a:rect r="r" b="b" t="t" l="l"/>
            <a:pathLst>
              <a:path h="2266367" w="1204269">
                <a:moveTo>
                  <a:pt x="0" y="0"/>
                </a:moveTo>
                <a:lnTo>
                  <a:pt x="1204269" y="0"/>
                </a:lnTo>
                <a:lnTo>
                  <a:pt x="1204269" y="2266367"/>
                </a:lnTo>
                <a:lnTo>
                  <a:pt x="0" y="22663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4215167">
            <a:off x="2509085" y="7915920"/>
            <a:ext cx="1502284" cy="1802129"/>
          </a:xfrm>
          <a:custGeom>
            <a:avLst/>
            <a:gdLst/>
            <a:ahLst/>
            <a:cxnLst/>
            <a:rect r="r" b="b" t="t" l="l"/>
            <a:pathLst>
              <a:path h="1802129" w="1502284">
                <a:moveTo>
                  <a:pt x="0" y="0"/>
                </a:moveTo>
                <a:lnTo>
                  <a:pt x="1502284" y="0"/>
                </a:lnTo>
                <a:lnTo>
                  <a:pt x="1502284" y="1802129"/>
                </a:lnTo>
                <a:lnTo>
                  <a:pt x="0" y="18021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9" id="9"/>
          <p:cNvGrpSpPr/>
          <p:nvPr/>
        </p:nvGrpSpPr>
        <p:grpSpPr>
          <a:xfrm rot="0">
            <a:off x="8552498" y="4674870"/>
            <a:ext cx="461962" cy="436245"/>
            <a:chOff x="0" y="0"/>
            <a:chExt cx="615950" cy="581660"/>
          </a:xfrm>
        </p:grpSpPr>
        <p:sp>
          <p:nvSpPr>
            <p:cNvPr name="Freeform 10" id="10"/>
            <p:cNvSpPr/>
            <p:nvPr/>
          </p:nvSpPr>
          <p:spPr>
            <a:xfrm flipH="false" flipV="false" rot="0">
              <a:off x="44620" y="46557"/>
              <a:ext cx="521708" cy="489826"/>
            </a:xfrm>
            <a:custGeom>
              <a:avLst/>
              <a:gdLst/>
              <a:ahLst/>
              <a:cxnLst/>
              <a:rect r="r" b="b" t="t" l="l"/>
              <a:pathLst>
                <a:path h="489826" w="521708">
                  <a:moveTo>
                    <a:pt x="232240" y="103303"/>
                  </a:moveTo>
                  <a:cubicBezTo>
                    <a:pt x="102700" y="133783"/>
                    <a:pt x="109050" y="289993"/>
                    <a:pt x="126830" y="339523"/>
                  </a:cubicBezTo>
                  <a:cubicBezTo>
                    <a:pt x="135720" y="367463"/>
                    <a:pt x="153500" y="381433"/>
                    <a:pt x="172550" y="395403"/>
                  </a:cubicBezTo>
                  <a:cubicBezTo>
                    <a:pt x="192870" y="410643"/>
                    <a:pt x="217000" y="423343"/>
                    <a:pt x="243670" y="429693"/>
                  </a:cubicBezTo>
                  <a:cubicBezTo>
                    <a:pt x="275420" y="437313"/>
                    <a:pt x="323680" y="442393"/>
                    <a:pt x="352890" y="432233"/>
                  </a:cubicBezTo>
                  <a:cubicBezTo>
                    <a:pt x="375750" y="425883"/>
                    <a:pt x="390990" y="411913"/>
                    <a:pt x="407500" y="390323"/>
                  </a:cubicBezTo>
                  <a:cubicBezTo>
                    <a:pt x="430360" y="361113"/>
                    <a:pt x="454490" y="300153"/>
                    <a:pt x="464650" y="256973"/>
                  </a:cubicBezTo>
                  <a:cubicBezTo>
                    <a:pt x="474810" y="217603"/>
                    <a:pt x="478620" y="165533"/>
                    <a:pt x="472270" y="142673"/>
                  </a:cubicBezTo>
                  <a:cubicBezTo>
                    <a:pt x="469730" y="129973"/>
                    <a:pt x="464650" y="122353"/>
                    <a:pt x="455760" y="117273"/>
                  </a:cubicBezTo>
                  <a:cubicBezTo>
                    <a:pt x="446870" y="110923"/>
                    <a:pt x="431630" y="118543"/>
                    <a:pt x="417660" y="113463"/>
                  </a:cubicBezTo>
                  <a:cubicBezTo>
                    <a:pt x="399880" y="105843"/>
                    <a:pt x="382100" y="79173"/>
                    <a:pt x="357970" y="70283"/>
                  </a:cubicBezTo>
                  <a:cubicBezTo>
                    <a:pt x="330030" y="58853"/>
                    <a:pt x="294470" y="58853"/>
                    <a:pt x="253830" y="56313"/>
                  </a:cubicBezTo>
                  <a:cubicBezTo>
                    <a:pt x="196680" y="53773"/>
                    <a:pt x="78570" y="27103"/>
                    <a:pt x="49360" y="60123"/>
                  </a:cubicBezTo>
                  <a:cubicBezTo>
                    <a:pt x="22690" y="89333"/>
                    <a:pt x="50630" y="179503"/>
                    <a:pt x="60790" y="221413"/>
                  </a:cubicBezTo>
                  <a:cubicBezTo>
                    <a:pt x="67140" y="249353"/>
                    <a:pt x="76030" y="265863"/>
                    <a:pt x="90000" y="289993"/>
                  </a:cubicBezTo>
                  <a:cubicBezTo>
                    <a:pt x="109050" y="324283"/>
                    <a:pt x="139530" y="378893"/>
                    <a:pt x="168740" y="404293"/>
                  </a:cubicBezTo>
                  <a:cubicBezTo>
                    <a:pt x="189060" y="420803"/>
                    <a:pt x="208110" y="429693"/>
                    <a:pt x="233510" y="434773"/>
                  </a:cubicBezTo>
                  <a:cubicBezTo>
                    <a:pt x="263990" y="442393"/>
                    <a:pt x="309710" y="444933"/>
                    <a:pt x="338920" y="433503"/>
                  </a:cubicBezTo>
                  <a:cubicBezTo>
                    <a:pt x="365590" y="422073"/>
                    <a:pt x="389720" y="394133"/>
                    <a:pt x="404960" y="372543"/>
                  </a:cubicBezTo>
                  <a:cubicBezTo>
                    <a:pt x="418930" y="352223"/>
                    <a:pt x="426550" y="333173"/>
                    <a:pt x="430360" y="307773"/>
                  </a:cubicBezTo>
                  <a:cubicBezTo>
                    <a:pt x="435440" y="277293"/>
                    <a:pt x="435440" y="227763"/>
                    <a:pt x="424010" y="198553"/>
                  </a:cubicBezTo>
                  <a:cubicBezTo>
                    <a:pt x="415120" y="175693"/>
                    <a:pt x="396070" y="157913"/>
                    <a:pt x="379560" y="143943"/>
                  </a:cubicBezTo>
                  <a:cubicBezTo>
                    <a:pt x="364320" y="131243"/>
                    <a:pt x="349080" y="123623"/>
                    <a:pt x="331300" y="116003"/>
                  </a:cubicBezTo>
                  <a:cubicBezTo>
                    <a:pt x="313520" y="107113"/>
                    <a:pt x="297010" y="98223"/>
                    <a:pt x="270340" y="93143"/>
                  </a:cubicBezTo>
                  <a:cubicBezTo>
                    <a:pt x="225890" y="86793"/>
                    <a:pt x="105240" y="118543"/>
                    <a:pt x="78570" y="100763"/>
                  </a:cubicBezTo>
                  <a:cubicBezTo>
                    <a:pt x="67140" y="93143"/>
                    <a:pt x="63330" y="74093"/>
                    <a:pt x="67140" y="66473"/>
                  </a:cubicBezTo>
                  <a:cubicBezTo>
                    <a:pt x="69680" y="58853"/>
                    <a:pt x="87460" y="49963"/>
                    <a:pt x="95080" y="52503"/>
                  </a:cubicBezTo>
                  <a:cubicBezTo>
                    <a:pt x="102700" y="55043"/>
                    <a:pt x="115400" y="76633"/>
                    <a:pt x="114130" y="84253"/>
                  </a:cubicBezTo>
                  <a:cubicBezTo>
                    <a:pt x="111590" y="91873"/>
                    <a:pt x="90000" y="103303"/>
                    <a:pt x="81110" y="102033"/>
                  </a:cubicBezTo>
                  <a:cubicBezTo>
                    <a:pt x="74760" y="100763"/>
                    <a:pt x="67140" y="91873"/>
                    <a:pt x="64600" y="84253"/>
                  </a:cubicBezTo>
                  <a:cubicBezTo>
                    <a:pt x="63330" y="77903"/>
                    <a:pt x="63330" y="67743"/>
                    <a:pt x="69680" y="61393"/>
                  </a:cubicBezTo>
                  <a:cubicBezTo>
                    <a:pt x="79840" y="49963"/>
                    <a:pt x="111590" y="43613"/>
                    <a:pt x="139530" y="39803"/>
                  </a:cubicBezTo>
                  <a:cubicBezTo>
                    <a:pt x="177630" y="35993"/>
                    <a:pt x="234780" y="37263"/>
                    <a:pt x="276690" y="46153"/>
                  </a:cubicBezTo>
                  <a:cubicBezTo>
                    <a:pt x="317330" y="53773"/>
                    <a:pt x="356700" y="67743"/>
                    <a:pt x="388450" y="89333"/>
                  </a:cubicBezTo>
                  <a:cubicBezTo>
                    <a:pt x="418930" y="109653"/>
                    <a:pt x="451950" y="136323"/>
                    <a:pt x="467190" y="170613"/>
                  </a:cubicBezTo>
                  <a:cubicBezTo>
                    <a:pt x="484970" y="207443"/>
                    <a:pt x="487510" y="264593"/>
                    <a:pt x="481160" y="305233"/>
                  </a:cubicBezTo>
                  <a:cubicBezTo>
                    <a:pt x="477350" y="340793"/>
                    <a:pt x="464650" y="373813"/>
                    <a:pt x="445600" y="401753"/>
                  </a:cubicBezTo>
                  <a:cubicBezTo>
                    <a:pt x="426550" y="429693"/>
                    <a:pt x="393530" y="458903"/>
                    <a:pt x="366860" y="472873"/>
                  </a:cubicBezTo>
                  <a:cubicBezTo>
                    <a:pt x="346540" y="481763"/>
                    <a:pt x="326220" y="481763"/>
                    <a:pt x="305900" y="483033"/>
                  </a:cubicBezTo>
                  <a:cubicBezTo>
                    <a:pt x="284310" y="485573"/>
                    <a:pt x="263990" y="486843"/>
                    <a:pt x="241130" y="483033"/>
                  </a:cubicBezTo>
                  <a:cubicBezTo>
                    <a:pt x="210650" y="476683"/>
                    <a:pt x="170010" y="463983"/>
                    <a:pt x="142070" y="443663"/>
                  </a:cubicBezTo>
                  <a:cubicBezTo>
                    <a:pt x="114130" y="423343"/>
                    <a:pt x="93810" y="394133"/>
                    <a:pt x="73490" y="362383"/>
                  </a:cubicBezTo>
                  <a:cubicBezTo>
                    <a:pt x="50630" y="326823"/>
                    <a:pt x="25230" y="286183"/>
                    <a:pt x="12530" y="239193"/>
                  </a:cubicBezTo>
                  <a:cubicBezTo>
                    <a:pt x="-1440" y="184583"/>
                    <a:pt x="-3980" y="90603"/>
                    <a:pt x="6180" y="53773"/>
                  </a:cubicBezTo>
                  <a:cubicBezTo>
                    <a:pt x="9990" y="37263"/>
                    <a:pt x="17610" y="28373"/>
                    <a:pt x="27770" y="19483"/>
                  </a:cubicBezTo>
                  <a:cubicBezTo>
                    <a:pt x="36660" y="11863"/>
                    <a:pt x="45550" y="8053"/>
                    <a:pt x="63330" y="4243"/>
                  </a:cubicBezTo>
                  <a:cubicBezTo>
                    <a:pt x="114130" y="-4647"/>
                    <a:pt x="286850" y="433"/>
                    <a:pt x="357970" y="19483"/>
                  </a:cubicBezTo>
                  <a:cubicBezTo>
                    <a:pt x="402420" y="32183"/>
                    <a:pt x="432900" y="53773"/>
                    <a:pt x="458300" y="71553"/>
                  </a:cubicBezTo>
                  <a:cubicBezTo>
                    <a:pt x="477350" y="82983"/>
                    <a:pt x="491320" y="94413"/>
                    <a:pt x="501480" y="108383"/>
                  </a:cubicBezTo>
                  <a:cubicBezTo>
                    <a:pt x="510370" y="119813"/>
                    <a:pt x="515450" y="129973"/>
                    <a:pt x="519260" y="146483"/>
                  </a:cubicBezTo>
                  <a:cubicBezTo>
                    <a:pt x="524340" y="171883"/>
                    <a:pt x="520530" y="218873"/>
                    <a:pt x="516720" y="251893"/>
                  </a:cubicBezTo>
                  <a:cubicBezTo>
                    <a:pt x="512910" y="279833"/>
                    <a:pt x="506560" y="302693"/>
                    <a:pt x="496400" y="329363"/>
                  </a:cubicBezTo>
                  <a:cubicBezTo>
                    <a:pt x="483700" y="361113"/>
                    <a:pt x="464650" y="399213"/>
                    <a:pt x="444330" y="425883"/>
                  </a:cubicBezTo>
                  <a:cubicBezTo>
                    <a:pt x="425280" y="448743"/>
                    <a:pt x="407500" y="472873"/>
                    <a:pt x="379560" y="483033"/>
                  </a:cubicBezTo>
                  <a:cubicBezTo>
                    <a:pt x="345270" y="495733"/>
                    <a:pt x="288120" y="488113"/>
                    <a:pt x="248750" y="480493"/>
                  </a:cubicBezTo>
                  <a:cubicBezTo>
                    <a:pt x="210650" y="472873"/>
                    <a:pt x="171280" y="458903"/>
                    <a:pt x="145880" y="441123"/>
                  </a:cubicBezTo>
                  <a:cubicBezTo>
                    <a:pt x="124290" y="428423"/>
                    <a:pt x="109050" y="410643"/>
                    <a:pt x="97620" y="392863"/>
                  </a:cubicBezTo>
                  <a:cubicBezTo>
                    <a:pt x="86190" y="373813"/>
                    <a:pt x="81110" y="357303"/>
                    <a:pt x="76030" y="328093"/>
                  </a:cubicBezTo>
                  <a:cubicBezTo>
                    <a:pt x="67140" y="274753"/>
                    <a:pt x="64600" y="131243"/>
                    <a:pt x="78570" y="89333"/>
                  </a:cubicBezTo>
                  <a:cubicBezTo>
                    <a:pt x="83650" y="71553"/>
                    <a:pt x="88730" y="63933"/>
                    <a:pt x="101430" y="56313"/>
                  </a:cubicBezTo>
                  <a:cubicBezTo>
                    <a:pt x="126830" y="43613"/>
                    <a:pt x="206840" y="41073"/>
                    <a:pt x="232240" y="52503"/>
                  </a:cubicBezTo>
                  <a:cubicBezTo>
                    <a:pt x="246210" y="57583"/>
                    <a:pt x="257640" y="71553"/>
                    <a:pt x="257640" y="80443"/>
                  </a:cubicBezTo>
                  <a:cubicBezTo>
                    <a:pt x="256370" y="89333"/>
                    <a:pt x="232240" y="103303"/>
                    <a:pt x="232240" y="103303"/>
                  </a:cubicBezTo>
                </a:path>
              </a:pathLst>
            </a:custGeom>
            <a:solidFill>
              <a:srgbClr val="091B30"/>
            </a:solidFill>
            <a:ln cap="sq">
              <a:noFill/>
              <a:prstDash val="solid"/>
              <a:miter/>
            </a:ln>
          </p:spPr>
        </p:sp>
      </p:grpSp>
      <p:grpSp>
        <p:nvGrpSpPr>
          <p:cNvPr name="Group 11" id="11"/>
          <p:cNvGrpSpPr/>
          <p:nvPr/>
        </p:nvGrpSpPr>
        <p:grpSpPr>
          <a:xfrm rot="0">
            <a:off x="7919085" y="6584632"/>
            <a:ext cx="417195" cy="363855"/>
            <a:chOff x="0" y="0"/>
            <a:chExt cx="556260" cy="485140"/>
          </a:xfrm>
        </p:grpSpPr>
        <p:sp>
          <p:nvSpPr>
            <p:cNvPr name="Freeform 12" id="12"/>
            <p:cNvSpPr/>
            <p:nvPr/>
          </p:nvSpPr>
          <p:spPr>
            <a:xfrm flipH="false" flipV="false" rot="0">
              <a:off x="46795" y="43295"/>
              <a:ext cx="465633" cy="400634"/>
            </a:xfrm>
            <a:custGeom>
              <a:avLst/>
              <a:gdLst/>
              <a:ahLst/>
              <a:cxnLst/>
              <a:rect r="r" b="b" t="t" l="l"/>
              <a:pathLst>
                <a:path h="400634" w="465633">
                  <a:moveTo>
                    <a:pt x="226255" y="68465"/>
                  </a:moveTo>
                  <a:cubicBezTo>
                    <a:pt x="113225" y="121805"/>
                    <a:pt x="77665" y="148475"/>
                    <a:pt x="63695" y="164985"/>
                  </a:cubicBezTo>
                  <a:cubicBezTo>
                    <a:pt x="56075" y="173875"/>
                    <a:pt x="52265" y="177685"/>
                    <a:pt x="50995" y="189115"/>
                  </a:cubicBezTo>
                  <a:cubicBezTo>
                    <a:pt x="47185" y="208165"/>
                    <a:pt x="48455" y="252615"/>
                    <a:pt x="66235" y="276745"/>
                  </a:cubicBezTo>
                  <a:cubicBezTo>
                    <a:pt x="85285" y="304685"/>
                    <a:pt x="132275" y="326275"/>
                    <a:pt x="176725" y="338975"/>
                  </a:cubicBezTo>
                  <a:cubicBezTo>
                    <a:pt x="236415" y="355485"/>
                    <a:pt x="354525" y="378345"/>
                    <a:pt x="392625" y="342785"/>
                  </a:cubicBezTo>
                  <a:cubicBezTo>
                    <a:pt x="433265" y="305955"/>
                    <a:pt x="418025" y="159905"/>
                    <a:pt x="406595" y="112915"/>
                  </a:cubicBezTo>
                  <a:cubicBezTo>
                    <a:pt x="400245" y="88785"/>
                    <a:pt x="395165" y="73545"/>
                    <a:pt x="376115" y="62115"/>
                  </a:cubicBezTo>
                  <a:cubicBezTo>
                    <a:pt x="341825" y="43065"/>
                    <a:pt x="216095" y="72275"/>
                    <a:pt x="181805" y="58305"/>
                  </a:cubicBezTo>
                  <a:cubicBezTo>
                    <a:pt x="167835" y="50685"/>
                    <a:pt x="157675" y="39255"/>
                    <a:pt x="156405" y="30365"/>
                  </a:cubicBezTo>
                  <a:cubicBezTo>
                    <a:pt x="156405" y="22745"/>
                    <a:pt x="169105" y="10045"/>
                    <a:pt x="176725" y="7505"/>
                  </a:cubicBezTo>
                  <a:cubicBezTo>
                    <a:pt x="183075" y="4965"/>
                    <a:pt x="194505" y="8775"/>
                    <a:pt x="199585" y="13855"/>
                  </a:cubicBezTo>
                  <a:cubicBezTo>
                    <a:pt x="204665" y="20205"/>
                    <a:pt x="208475" y="36715"/>
                    <a:pt x="204665" y="44335"/>
                  </a:cubicBezTo>
                  <a:cubicBezTo>
                    <a:pt x="202125" y="50685"/>
                    <a:pt x="191965" y="58305"/>
                    <a:pt x="185615" y="57035"/>
                  </a:cubicBezTo>
                  <a:cubicBezTo>
                    <a:pt x="176725" y="57035"/>
                    <a:pt x="157675" y="41795"/>
                    <a:pt x="156405" y="34175"/>
                  </a:cubicBezTo>
                  <a:cubicBezTo>
                    <a:pt x="156405" y="25285"/>
                    <a:pt x="167835" y="12585"/>
                    <a:pt x="181805" y="7505"/>
                  </a:cubicBezTo>
                  <a:cubicBezTo>
                    <a:pt x="218635" y="-6465"/>
                    <a:pt x="358335" y="-1385"/>
                    <a:pt x="404055" y="26555"/>
                  </a:cubicBezTo>
                  <a:cubicBezTo>
                    <a:pt x="434535" y="45605"/>
                    <a:pt x="447235" y="74815"/>
                    <a:pt x="457395" y="112915"/>
                  </a:cubicBezTo>
                  <a:cubicBezTo>
                    <a:pt x="472635" y="167525"/>
                    <a:pt x="465015" y="283095"/>
                    <a:pt x="448505" y="331355"/>
                  </a:cubicBezTo>
                  <a:cubicBezTo>
                    <a:pt x="438345" y="358025"/>
                    <a:pt x="430725" y="375805"/>
                    <a:pt x="406595" y="387235"/>
                  </a:cubicBezTo>
                  <a:cubicBezTo>
                    <a:pt x="362145" y="410095"/>
                    <a:pt x="226255" y="398665"/>
                    <a:pt x="170375" y="389775"/>
                  </a:cubicBezTo>
                  <a:cubicBezTo>
                    <a:pt x="138625" y="384695"/>
                    <a:pt x="122115" y="377075"/>
                    <a:pt x="96715" y="364375"/>
                  </a:cubicBezTo>
                  <a:cubicBezTo>
                    <a:pt x="68775" y="347865"/>
                    <a:pt x="29405" y="327545"/>
                    <a:pt x="12895" y="298335"/>
                  </a:cubicBezTo>
                  <a:cubicBezTo>
                    <a:pt x="-2345" y="269125"/>
                    <a:pt x="-2345" y="217055"/>
                    <a:pt x="4005" y="186575"/>
                  </a:cubicBezTo>
                  <a:cubicBezTo>
                    <a:pt x="7815" y="163715"/>
                    <a:pt x="17975" y="148475"/>
                    <a:pt x="33215" y="129425"/>
                  </a:cubicBezTo>
                  <a:cubicBezTo>
                    <a:pt x="52265" y="105295"/>
                    <a:pt x="86555" y="78625"/>
                    <a:pt x="117035" y="59575"/>
                  </a:cubicBezTo>
                  <a:cubicBezTo>
                    <a:pt x="146245" y="41795"/>
                    <a:pt x="186885" y="18935"/>
                    <a:pt x="209745" y="20205"/>
                  </a:cubicBezTo>
                  <a:cubicBezTo>
                    <a:pt x="223715" y="21475"/>
                    <a:pt x="240225" y="30365"/>
                    <a:pt x="242765" y="39255"/>
                  </a:cubicBezTo>
                  <a:cubicBezTo>
                    <a:pt x="245305" y="46875"/>
                    <a:pt x="226255" y="68465"/>
                    <a:pt x="226255" y="68465"/>
                  </a:cubicBezTo>
                </a:path>
              </a:pathLst>
            </a:custGeom>
            <a:solidFill>
              <a:srgbClr val="091B30"/>
            </a:solidFill>
            <a:ln cap="sq">
              <a:noFill/>
              <a:prstDash val="solid"/>
              <a:miter/>
            </a:ln>
          </p:spPr>
        </p:sp>
      </p:grpSp>
      <p:grpSp>
        <p:nvGrpSpPr>
          <p:cNvPr name="Group 13" id="13"/>
          <p:cNvGrpSpPr/>
          <p:nvPr/>
        </p:nvGrpSpPr>
        <p:grpSpPr>
          <a:xfrm rot="0">
            <a:off x="6615112" y="5058728"/>
            <a:ext cx="524828" cy="114300"/>
            <a:chOff x="0" y="0"/>
            <a:chExt cx="699770" cy="152400"/>
          </a:xfrm>
        </p:grpSpPr>
        <p:sp>
          <p:nvSpPr>
            <p:cNvPr name="Freeform 14" id="14"/>
            <p:cNvSpPr/>
            <p:nvPr/>
          </p:nvSpPr>
          <p:spPr>
            <a:xfrm flipH="false" flipV="false" rot="0">
              <a:off x="50800" y="50800"/>
              <a:ext cx="598310" cy="71755"/>
            </a:xfrm>
            <a:custGeom>
              <a:avLst/>
              <a:gdLst/>
              <a:ahLst/>
              <a:cxnLst/>
              <a:rect r="r" b="b" t="t" l="l"/>
              <a:pathLst>
                <a:path h="71755" w="598310">
                  <a:moveTo>
                    <a:pt x="25400" y="0"/>
                  </a:moveTo>
                  <a:cubicBezTo>
                    <a:pt x="589280" y="7620"/>
                    <a:pt x="598170" y="19050"/>
                    <a:pt x="598170" y="26670"/>
                  </a:cubicBezTo>
                  <a:cubicBezTo>
                    <a:pt x="598170" y="35560"/>
                    <a:pt x="579120" y="50800"/>
                    <a:pt x="570230" y="50800"/>
                  </a:cubicBezTo>
                  <a:cubicBezTo>
                    <a:pt x="562610" y="50800"/>
                    <a:pt x="553720" y="44450"/>
                    <a:pt x="549910" y="36830"/>
                  </a:cubicBezTo>
                  <a:cubicBezTo>
                    <a:pt x="547370" y="30480"/>
                    <a:pt x="549910" y="12700"/>
                    <a:pt x="554990" y="7620"/>
                  </a:cubicBezTo>
                  <a:cubicBezTo>
                    <a:pt x="561340" y="1270"/>
                    <a:pt x="579120" y="0"/>
                    <a:pt x="585470" y="3810"/>
                  </a:cubicBezTo>
                  <a:cubicBezTo>
                    <a:pt x="591820" y="6350"/>
                    <a:pt x="599440" y="17780"/>
                    <a:pt x="598170" y="24130"/>
                  </a:cubicBezTo>
                  <a:cubicBezTo>
                    <a:pt x="596900" y="33020"/>
                    <a:pt x="589280" y="43180"/>
                    <a:pt x="572770" y="50800"/>
                  </a:cubicBezTo>
                  <a:cubicBezTo>
                    <a:pt x="509270" y="78740"/>
                    <a:pt x="88900" y="78740"/>
                    <a:pt x="25400" y="50800"/>
                  </a:cubicBezTo>
                  <a:cubicBezTo>
                    <a:pt x="8890" y="43180"/>
                    <a:pt x="0" y="30480"/>
                    <a:pt x="0" y="22860"/>
                  </a:cubicBezTo>
                  <a:cubicBezTo>
                    <a:pt x="1270" y="13970"/>
                    <a:pt x="25400" y="0"/>
                    <a:pt x="25400" y="0"/>
                  </a:cubicBezTo>
                </a:path>
              </a:pathLst>
            </a:custGeom>
            <a:solidFill>
              <a:srgbClr val="091B30"/>
            </a:solidFill>
            <a:ln cap="sq">
              <a:noFill/>
              <a:prstDash val="solid"/>
              <a:miter/>
            </a:ln>
          </p:spPr>
        </p:sp>
      </p:grpSp>
      <p:grpSp>
        <p:nvGrpSpPr>
          <p:cNvPr name="Group 15" id="15"/>
          <p:cNvGrpSpPr/>
          <p:nvPr/>
        </p:nvGrpSpPr>
        <p:grpSpPr>
          <a:xfrm rot="0">
            <a:off x="6624638" y="5023485"/>
            <a:ext cx="506730" cy="114300"/>
            <a:chOff x="0" y="0"/>
            <a:chExt cx="675640" cy="152400"/>
          </a:xfrm>
        </p:grpSpPr>
        <p:sp>
          <p:nvSpPr>
            <p:cNvPr name="Freeform 16" id="16"/>
            <p:cNvSpPr/>
            <p:nvPr/>
          </p:nvSpPr>
          <p:spPr>
            <a:xfrm flipH="false" flipV="false" rot="0">
              <a:off x="50693" y="50800"/>
              <a:ext cx="574147" cy="70802"/>
            </a:xfrm>
            <a:custGeom>
              <a:avLst/>
              <a:gdLst/>
              <a:ahLst/>
              <a:cxnLst/>
              <a:rect r="r" b="b" t="t" l="l"/>
              <a:pathLst>
                <a:path h="70802" w="574147">
                  <a:moveTo>
                    <a:pt x="25507" y="0"/>
                  </a:moveTo>
                  <a:cubicBezTo>
                    <a:pt x="565257" y="6350"/>
                    <a:pt x="574147" y="17780"/>
                    <a:pt x="574147" y="26670"/>
                  </a:cubicBezTo>
                  <a:cubicBezTo>
                    <a:pt x="572877" y="34290"/>
                    <a:pt x="553827" y="49530"/>
                    <a:pt x="546207" y="49530"/>
                  </a:cubicBezTo>
                  <a:cubicBezTo>
                    <a:pt x="538587" y="50800"/>
                    <a:pt x="528427" y="43180"/>
                    <a:pt x="525887" y="36830"/>
                  </a:cubicBezTo>
                  <a:cubicBezTo>
                    <a:pt x="523347" y="29210"/>
                    <a:pt x="524617" y="12700"/>
                    <a:pt x="530967" y="6350"/>
                  </a:cubicBezTo>
                  <a:cubicBezTo>
                    <a:pt x="537317" y="1270"/>
                    <a:pt x="553827" y="0"/>
                    <a:pt x="561447" y="2540"/>
                  </a:cubicBezTo>
                  <a:cubicBezTo>
                    <a:pt x="567797" y="6350"/>
                    <a:pt x="574147" y="16510"/>
                    <a:pt x="574147" y="24130"/>
                  </a:cubicBezTo>
                  <a:cubicBezTo>
                    <a:pt x="572877" y="31750"/>
                    <a:pt x="565257" y="43180"/>
                    <a:pt x="548747" y="50800"/>
                  </a:cubicBezTo>
                  <a:cubicBezTo>
                    <a:pt x="486517" y="77470"/>
                    <a:pt x="86467" y="77470"/>
                    <a:pt x="25507" y="50800"/>
                  </a:cubicBezTo>
                  <a:cubicBezTo>
                    <a:pt x="8997" y="43180"/>
                    <a:pt x="-1163" y="30480"/>
                    <a:pt x="107" y="21590"/>
                  </a:cubicBezTo>
                  <a:cubicBezTo>
                    <a:pt x="107" y="13970"/>
                    <a:pt x="25507" y="0"/>
                    <a:pt x="25507" y="0"/>
                  </a:cubicBezTo>
                </a:path>
              </a:pathLst>
            </a:custGeom>
            <a:solidFill>
              <a:srgbClr val="091B30"/>
            </a:solidFill>
            <a:ln cap="sq">
              <a:noFill/>
              <a:prstDash val="solid"/>
              <a:miter/>
            </a:ln>
          </p:spPr>
        </p:sp>
      </p:grpSp>
      <p:grpSp>
        <p:nvGrpSpPr>
          <p:cNvPr name="Group 17" id="17"/>
          <p:cNvGrpSpPr/>
          <p:nvPr/>
        </p:nvGrpSpPr>
        <p:grpSpPr>
          <a:xfrm rot="0">
            <a:off x="11515725" y="4631055"/>
            <a:ext cx="288608" cy="327660"/>
            <a:chOff x="0" y="0"/>
            <a:chExt cx="384810" cy="436880"/>
          </a:xfrm>
        </p:grpSpPr>
        <p:sp>
          <p:nvSpPr>
            <p:cNvPr name="Freeform 18" id="18"/>
            <p:cNvSpPr/>
            <p:nvPr/>
          </p:nvSpPr>
          <p:spPr>
            <a:xfrm flipH="false" flipV="false" rot="0">
              <a:off x="40476" y="49748"/>
              <a:ext cx="306176" cy="341005"/>
            </a:xfrm>
            <a:custGeom>
              <a:avLst/>
              <a:gdLst/>
              <a:ahLst/>
              <a:cxnLst/>
              <a:rect r="r" b="b" t="t" l="l"/>
              <a:pathLst>
                <a:path h="341005" w="306176">
                  <a:moveTo>
                    <a:pt x="133514" y="97572"/>
                  </a:moveTo>
                  <a:cubicBezTo>
                    <a:pt x="92874" y="112812"/>
                    <a:pt x="73824" y="129322"/>
                    <a:pt x="64934" y="148372"/>
                  </a:cubicBezTo>
                  <a:cubicBezTo>
                    <a:pt x="54774" y="172502"/>
                    <a:pt x="50964" y="219492"/>
                    <a:pt x="57314" y="243622"/>
                  </a:cubicBezTo>
                  <a:cubicBezTo>
                    <a:pt x="61124" y="258862"/>
                    <a:pt x="67474" y="270292"/>
                    <a:pt x="83984" y="277912"/>
                  </a:cubicBezTo>
                  <a:cubicBezTo>
                    <a:pt x="114464" y="294422"/>
                    <a:pt x="223684" y="317282"/>
                    <a:pt x="252894" y="290612"/>
                  </a:cubicBezTo>
                  <a:cubicBezTo>
                    <a:pt x="283374" y="260132"/>
                    <a:pt x="269404" y="124242"/>
                    <a:pt x="249084" y="89952"/>
                  </a:cubicBezTo>
                  <a:cubicBezTo>
                    <a:pt x="237654" y="73442"/>
                    <a:pt x="219874" y="70902"/>
                    <a:pt x="200824" y="64552"/>
                  </a:cubicBezTo>
                  <a:cubicBezTo>
                    <a:pt x="175424" y="56932"/>
                    <a:pt x="139864" y="49312"/>
                    <a:pt x="111924" y="51852"/>
                  </a:cubicBezTo>
                  <a:cubicBezTo>
                    <a:pt x="85254" y="53122"/>
                    <a:pt x="50964" y="79792"/>
                    <a:pt x="35724" y="73442"/>
                  </a:cubicBezTo>
                  <a:cubicBezTo>
                    <a:pt x="25564" y="69632"/>
                    <a:pt x="17944" y="49312"/>
                    <a:pt x="20484" y="40422"/>
                  </a:cubicBezTo>
                  <a:cubicBezTo>
                    <a:pt x="21754" y="32802"/>
                    <a:pt x="38264" y="22642"/>
                    <a:pt x="45884" y="23912"/>
                  </a:cubicBezTo>
                  <a:cubicBezTo>
                    <a:pt x="54774" y="25182"/>
                    <a:pt x="70014" y="44232"/>
                    <a:pt x="68744" y="53122"/>
                  </a:cubicBezTo>
                  <a:cubicBezTo>
                    <a:pt x="67474" y="62012"/>
                    <a:pt x="47154" y="75982"/>
                    <a:pt x="38264" y="74712"/>
                  </a:cubicBezTo>
                  <a:cubicBezTo>
                    <a:pt x="30644" y="73442"/>
                    <a:pt x="16674" y="53122"/>
                    <a:pt x="19214" y="42962"/>
                  </a:cubicBezTo>
                  <a:cubicBezTo>
                    <a:pt x="24294" y="27722"/>
                    <a:pt x="90334" y="4862"/>
                    <a:pt x="113194" y="1052"/>
                  </a:cubicBezTo>
                  <a:cubicBezTo>
                    <a:pt x="125894" y="-1488"/>
                    <a:pt x="130974" y="1052"/>
                    <a:pt x="143674" y="3592"/>
                  </a:cubicBezTo>
                  <a:cubicBezTo>
                    <a:pt x="161454" y="6132"/>
                    <a:pt x="191934" y="6132"/>
                    <a:pt x="214794" y="16292"/>
                  </a:cubicBezTo>
                  <a:cubicBezTo>
                    <a:pt x="241464" y="27722"/>
                    <a:pt x="275754" y="42962"/>
                    <a:pt x="290994" y="73442"/>
                  </a:cubicBezTo>
                  <a:cubicBezTo>
                    <a:pt x="315124" y="121702"/>
                    <a:pt x="306234" y="260132"/>
                    <a:pt x="293534" y="300772"/>
                  </a:cubicBezTo>
                  <a:cubicBezTo>
                    <a:pt x="287184" y="317282"/>
                    <a:pt x="283374" y="324902"/>
                    <a:pt x="269404" y="332522"/>
                  </a:cubicBezTo>
                  <a:cubicBezTo>
                    <a:pt x="242734" y="346492"/>
                    <a:pt x="165264" y="340142"/>
                    <a:pt x="127164" y="335062"/>
                  </a:cubicBezTo>
                  <a:cubicBezTo>
                    <a:pt x="101764" y="332522"/>
                    <a:pt x="82714" y="329982"/>
                    <a:pt x="63664" y="319822"/>
                  </a:cubicBezTo>
                  <a:cubicBezTo>
                    <a:pt x="43344" y="309662"/>
                    <a:pt x="20484" y="296962"/>
                    <a:pt x="10324" y="275372"/>
                  </a:cubicBezTo>
                  <a:cubicBezTo>
                    <a:pt x="-3646" y="243622"/>
                    <a:pt x="-3646" y="177582"/>
                    <a:pt x="11594" y="140752"/>
                  </a:cubicBezTo>
                  <a:cubicBezTo>
                    <a:pt x="25564" y="106462"/>
                    <a:pt x="66204" y="68362"/>
                    <a:pt x="92874" y="55662"/>
                  </a:cubicBezTo>
                  <a:cubicBezTo>
                    <a:pt x="109384" y="48042"/>
                    <a:pt x="134784" y="48042"/>
                    <a:pt x="143674" y="54392"/>
                  </a:cubicBezTo>
                  <a:cubicBezTo>
                    <a:pt x="150024" y="59472"/>
                    <a:pt x="152564" y="74712"/>
                    <a:pt x="151294" y="82332"/>
                  </a:cubicBezTo>
                  <a:cubicBezTo>
                    <a:pt x="148754" y="88682"/>
                    <a:pt x="133514" y="97572"/>
                    <a:pt x="133514" y="97572"/>
                  </a:cubicBezTo>
                </a:path>
              </a:pathLst>
            </a:custGeom>
            <a:solidFill>
              <a:srgbClr val="091B30"/>
            </a:solidFill>
            <a:ln cap="sq">
              <a:noFill/>
              <a:prstDash val="solid"/>
              <a:miter/>
            </a:ln>
          </p:spPr>
        </p:sp>
      </p:grpSp>
      <p:sp>
        <p:nvSpPr>
          <p:cNvPr name="Freeform 19" id="19"/>
          <p:cNvSpPr/>
          <p:nvPr/>
        </p:nvSpPr>
        <p:spPr>
          <a:xfrm flipH="true" flipV="false" rot="-1916339">
            <a:off x="1819518" y="-49076"/>
            <a:ext cx="2881418" cy="3814343"/>
          </a:xfrm>
          <a:custGeom>
            <a:avLst/>
            <a:gdLst/>
            <a:ahLst/>
            <a:cxnLst/>
            <a:rect r="r" b="b" t="t" l="l"/>
            <a:pathLst>
              <a:path h="3814343" w="2881418">
                <a:moveTo>
                  <a:pt x="2881418" y="0"/>
                </a:moveTo>
                <a:lnTo>
                  <a:pt x="0" y="0"/>
                </a:lnTo>
                <a:lnTo>
                  <a:pt x="0" y="3814343"/>
                </a:lnTo>
                <a:lnTo>
                  <a:pt x="2881418" y="3814343"/>
                </a:lnTo>
                <a:lnTo>
                  <a:pt x="2881418" y="0"/>
                </a:lnTo>
                <a:close/>
              </a:path>
            </a:pathLst>
          </a:custGeom>
          <a:blipFill>
            <a:blip r:embed="rId12"/>
            <a:stretch>
              <a:fillRect l="0" t="0" r="0" b="0"/>
            </a:stretch>
          </a:blipFill>
        </p:spPr>
      </p:sp>
      <p:sp>
        <p:nvSpPr>
          <p:cNvPr name="Freeform 20" id="20"/>
          <p:cNvSpPr/>
          <p:nvPr/>
        </p:nvSpPr>
        <p:spPr>
          <a:xfrm flipH="false" flipV="false" rot="0">
            <a:off x="1314450" y="2991056"/>
            <a:ext cx="7700010" cy="4814516"/>
          </a:xfrm>
          <a:custGeom>
            <a:avLst/>
            <a:gdLst/>
            <a:ahLst/>
            <a:cxnLst/>
            <a:rect r="r" b="b" t="t" l="l"/>
            <a:pathLst>
              <a:path h="4814516" w="7700010">
                <a:moveTo>
                  <a:pt x="0" y="0"/>
                </a:moveTo>
                <a:lnTo>
                  <a:pt x="7700010" y="0"/>
                </a:lnTo>
                <a:lnTo>
                  <a:pt x="7700010" y="4814516"/>
                </a:lnTo>
                <a:lnTo>
                  <a:pt x="0" y="4814516"/>
                </a:lnTo>
                <a:lnTo>
                  <a:pt x="0" y="0"/>
                </a:lnTo>
                <a:close/>
              </a:path>
            </a:pathLst>
          </a:custGeom>
          <a:blipFill>
            <a:blip r:embed="rId13"/>
            <a:stretch>
              <a:fillRect l="0" t="0" r="0" b="0"/>
            </a:stretch>
          </a:blipFill>
        </p:spPr>
      </p:sp>
      <p:sp>
        <p:nvSpPr>
          <p:cNvPr name="Freeform 21" id="21"/>
          <p:cNvSpPr/>
          <p:nvPr/>
        </p:nvSpPr>
        <p:spPr>
          <a:xfrm flipH="false" flipV="false" rot="0">
            <a:off x="9392182" y="2932095"/>
            <a:ext cx="8357683" cy="4873477"/>
          </a:xfrm>
          <a:custGeom>
            <a:avLst/>
            <a:gdLst/>
            <a:ahLst/>
            <a:cxnLst/>
            <a:rect r="r" b="b" t="t" l="l"/>
            <a:pathLst>
              <a:path h="4873477" w="8357683">
                <a:moveTo>
                  <a:pt x="0" y="0"/>
                </a:moveTo>
                <a:lnTo>
                  <a:pt x="8357683" y="0"/>
                </a:lnTo>
                <a:lnTo>
                  <a:pt x="8357683" y="4873477"/>
                </a:lnTo>
                <a:lnTo>
                  <a:pt x="0" y="4873477"/>
                </a:lnTo>
                <a:lnTo>
                  <a:pt x="0" y="0"/>
                </a:lnTo>
                <a:close/>
              </a:path>
            </a:pathLst>
          </a:custGeom>
          <a:blipFill>
            <a:blip r:embed="rId1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EF4"/>
        </a:solidFill>
      </p:bgPr>
    </p:bg>
    <p:spTree>
      <p:nvGrpSpPr>
        <p:cNvPr id="1" name=""/>
        <p:cNvGrpSpPr/>
        <p:nvPr/>
      </p:nvGrpSpPr>
      <p:grpSpPr>
        <a:xfrm>
          <a:off x="0" y="0"/>
          <a:ext cx="0" cy="0"/>
          <a:chOff x="0" y="0"/>
          <a:chExt cx="0" cy="0"/>
        </a:xfrm>
      </p:grpSpPr>
      <p:sp>
        <p:nvSpPr>
          <p:cNvPr name="Freeform 2" id="2"/>
          <p:cNvSpPr/>
          <p:nvPr/>
        </p:nvSpPr>
        <p:spPr>
          <a:xfrm flipH="false" flipV="false" rot="0">
            <a:off x="0" y="-171772"/>
            <a:ext cx="4713214" cy="5517603"/>
          </a:xfrm>
          <a:custGeom>
            <a:avLst/>
            <a:gdLst/>
            <a:ahLst/>
            <a:cxnLst/>
            <a:rect r="r" b="b" t="t" l="l"/>
            <a:pathLst>
              <a:path h="5517603" w="4713214">
                <a:moveTo>
                  <a:pt x="0" y="0"/>
                </a:moveTo>
                <a:lnTo>
                  <a:pt x="4713214" y="0"/>
                </a:lnTo>
                <a:lnTo>
                  <a:pt x="4713214" y="5517603"/>
                </a:lnTo>
                <a:lnTo>
                  <a:pt x="0" y="5517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52146" y="3541530"/>
            <a:ext cx="9993419" cy="3980077"/>
          </a:xfrm>
          <a:prstGeom prst="rect">
            <a:avLst/>
          </a:prstGeom>
        </p:spPr>
        <p:txBody>
          <a:bodyPr anchor="t" rtlCol="false" tIns="0" lIns="0" bIns="0" rIns="0">
            <a:spAutoFit/>
          </a:bodyPr>
          <a:lstStyle/>
          <a:p>
            <a:pPr algn="l">
              <a:lnSpc>
                <a:spcPts val="15265"/>
              </a:lnSpc>
            </a:pPr>
            <a:r>
              <a:rPr lang="en-US" sz="15901" b="true">
                <a:solidFill>
                  <a:srgbClr val="FB5A48"/>
                </a:solidFill>
                <a:latin typeface="Playpen Sans Bold"/>
                <a:ea typeface="Playpen Sans Bold"/>
                <a:cs typeface="Playpen Sans Bold"/>
                <a:sym typeface="Playpen Sans Bold"/>
              </a:rPr>
              <a:t>Thank</a:t>
            </a:r>
          </a:p>
          <a:p>
            <a:pPr algn="l">
              <a:lnSpc>
                <a:spcPts val="15265"/>
              </a:lnSpc>
            </a:pPr>
            <a:r>
              <a:rPr lang="en-US" sz="15901" b="true">
                <a:solidFill>
                  <a:srgbClr val="FB5A48"/>
                </a:solidFill>
                <a:latin typeface="Playpen Sans Bold"/>
                <a:ea typeface="Playpen Sans Bold"/>
                <a:cs typeface="Playpen Sans Bold"/>
                <a:sym typeface="Playpen Sans Bold"/>
              </a:rPr>
              <a:t>You</a:t>
            </a:r>
          </a:p>
        </p:txBody>
      </p:sp>
      <p:sp>
        <p:nvSpPr>
          <p:cNvPr name="Freeform 4" id="4"/>
          <p:cNvSpPr/>
          <p:nvPr/>
        </p:nvSpPr>
        <p:spPr>
          <a:xfrm flipH="false" flipV="false" rot="0">
            <a:off x="16421817" y="-761161"/>
            <a:ext cx="3029328" cy="4114800"/>
          </a:xfrm>
          <a:custGeom>
            <a:avLst/>
            <a:gdLst/>
            <a:ahLst/>
            <a:cxnLst/>
            <a:rect r="r" b="b" t="t" l="l"/>
            <a:pathLst>
              <a:path h="4114800" w="3029328">
                <a:moveTo>
                  <a:pt x="0" y="0"/>
                </a:moveTo>
                <a:lnTo>
                  <a:pt x="3029328" y="0"/>
                </a:lnTo>
                <a:lnTo>
                  <a:pt x="302932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465773">
            <a:off x="-624792" y="9119529"/>
            <a:ext cx="4160917" cy="1872413"/>
          </a:xfrm>
          <a:custGeom>
            <a:avLst/>
            <a:gdLst/>
            <a:ahLst/>
            <a:cxnLst/>
            <a:rect r="r" b="b" t="t" l="l"/>
            <a:pathLst>
              <a:path h="1872413" w="4160917">
                <a:moveTo>
                  <a:pt x="0" y="0"/>
                </a:moveTo>
                <a:lnTo>
                  <a:pt x="4160917" y="0"/>
                </a:lnTo>
                <a:lnTo>
                  <a:pt x="4160917" y="1872413"/>
                </a:lnTo>
                <a:lnTo>
                  <a:pt x="0" y="187241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27066">
            <a:off x="8496096" y="-884019"/>
            <a:ext cx="5609338" cy="2524202"/>
          </a:xfrm>
          <a:custGeom>
            <a:avLst/>
            <a:gdLst/>
            <a:ahLst/>
            <a:cxnLst/>
            <a:rect r="r" b="b" t="t" l="l"/>
            <a:pathLst>
              <a:path h="2524202" w="5609338">
                <a:moveTo>
                  <a:pt x="0" y="0"/>
                </a:moveTo>
                <a:lnTo>
                  <a:pt x="5609338" y="0"/>
                </a:lnTo>
                <a:lnTo>
                  <a:pt x="5609338" y="2524202"/>
                </a:lnTo>
                <a:lnTo>
                  <a:pt x="0" y="25242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872033">
            <a:off x="965403" y="71335"/>
            <a:ext cx="1388311" cy="4114800"/>
          </a:xfrm>
          <a:custGeom>
            <a:avLst/>
            <a:gdLst/>
            <a:ahLst/>
            <a:cxnLst/>
            <a:rect r="r" b="b" t="t" l="l"/>
            <a:pathLst>
              <a:path h="4114800" w="1388311">
                <a:moveTo>
                  <a:pt x="0" y="0"/>
                </a:moveTo>
                <a:lnTo>
                  <a:pt x="1388311" y="0"/>
                </a:lnTo>
                <a:lnTo>
                  <a:pt x="138831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DAG5qOHJ_JY</dc:identifier>
  <dcterms:modified xsi:type="dcterms:W3CDTF">2011-08-01T06:04:30Z</dcterms:modified>
  <cp:revision>1</cp:revision>
  <dc:title>Cream Colorful Illustrative Class Agenda Presentation</dc:title>
</cp:coreProperties>
</file>